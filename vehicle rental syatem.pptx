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9" r:id="rId7"/>
    <p:sldId id="270" r:id="rId8"/>
    <p:sldId id="271" r:id="rId9"/>
    <p:sldId id="272" r:id="rId10"/>
    <p:sldId id="273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C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ia sultana" userId="019cfb0728ddbd6f" providerId="LiveId" clId="{3F95DAB9-CC92-4063-A1FC-8CC43F9E0755}"/>
    <pc:docChg chg="modSld sldOrd">
      <pc:chgData name="jakia sultana" userId="019cfb0728ddbd6f" providerId="LiveId" clId="{3F95DAB9-CC92-4063-A1FC-8CC43F9E0755}" dt="2026-07-18T14:27:22.354" v="1"/>
      <pc:docMkLst>
        <pc:docMk/>
      </pc:docMkLst>
      <pc:sldChg chg="ord">
        <pc:chgData name="jakia sultana" userId="019cfb0728ddbd6f" providerId="LiveId" clId="{3F95DAB9-CC92-4063-A1FC-8CC43F9E0755}" dt="2026-07-18T14:27:22.354" v="1"/>
        <pc:sldMkLst>
          <pc:docMk/>
          <pc:sldMk cId="529320436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6A45-B149-4B4E-8A94-F4BACFD8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16FB77-50F6-4098-867C-EB662A647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CB87B-F31F-4535-AFF5-E9A04EFA6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22282-A6D8-4053-8DF3-302684844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E33DE-B6A4-47AF-A909-081DEDE16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69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CC99-699F-4C79-A543-89E2BA28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04DF-AEC2-4BF6-8465-0D67D435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79AC-1FE7-4266-B7CD-65251B69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862AC-E049-4B38-BB88-3FF316791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8894C-379E-48A8-9915-B81C4C6D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9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04BBC-1E73-4105-A823-270619B5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41136-0A95-4685-84C4-478067CFD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56C6E-D98C-4618-9ABD-B17AC1E50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2F60C-A686-406E-BCC4-65063865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0ADC72-73D4-4CF3-8CB0-C1D98C571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6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3E34-D303-46FD-9E10-75FE0E098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3628-EE8F-4A1F-A9D6-BCC88CDD2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8E7A4-A04B-4D6D-ADFA-B5FDAA02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76135-AD1F-4F35-970B-28EE8FE8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30726-775F-4AE8-BE01-30997B223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37EAED-B242-487F-BC4A-1BE75DA6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B7E68-AA97-4F23-802D-259289347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0F3BA-DB19-45E0-9C11-B99FDEE18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BA530-1688-4BE8-8474-216B154A4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AC80-F667-4968-89A5-E423D7D0B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CC3DEE-2476-46B9-B2E3-AD7056D38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8D34A-1BAC-4ED3-8DF0-BE023C77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328D4-B0A5-4946-8417-D98AA709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FFF6CD-58DF-4839-8C81-1B583E17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844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B201-F188-421D-B409-016CCD730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ACB38-569C-4D2A-BDC2-6713CED1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780966-9760-49E7-BDBF-4DA32C67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D2E689-3EAE-45AD-824E-92587943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2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839397-C441-485A-9697-75F2A0813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8ABDC-8089-40E1-8121-9846BA34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20248-8F83-4C2F-8064-62FAE87DC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117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8B038-161B-4515-A6CC-57037A58C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DCAC-AC95-4702-BE69-DBFDDB695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60312-00FA-47F0-B285-1C1F18DA4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CCAEF6-4732-4CC5-AE17-4CE5D136C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42FDE-5268-482B-AEDC-CB72002E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6AE92-16C7-4DAE-8909-DBD9CFC6F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0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AA37-0B8B-4B50-82FD-9810EDFD5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36873-B231-46FE-9A0E-1352990D8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D5F14-AEFB-4CFC-B346-3AA7C0A3C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1F5D6-3C57-4B26-8A1B-B2C61B9BD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D4C39-7306-4408-8525-F110F929B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8DB4C-5FF1-42B9-A1E3-BF97F03A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5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FCF7A-6938-434B-A65F-1A8CBA551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A12882-0826-4F4F-89E5-DA5B17B53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DFF47-0728-41F7-8B81-990AEAF4A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070D-F755-4480-AE5A-F5AE6149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A3304-B513-446D-87C6-5072C5F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74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FCC506-7DB4-4C15-9801-70FA37ED36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C7F9E-E5DD-4625-B906-0A1CD6FBD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5C33-A48F-4968-A76F-C61DA9456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1A657-E8EC-42E9-BC3E-D34324BC6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907A0-3283-43BA-AF55-DFEFC1B51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0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02ABF-756D-4022-8989-F4D99B755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7441E-5EB0-4C28-83F2-91D82FDBB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5454E-0FA4-46E0-8E8A-25584EE123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9C228-4F20-4AD4-BF56-B06D464722CC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EE77F-FA20-4214-B65E-D76583BE6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E0BB0-FE24-45C7-9BB5-05D63A27FF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73FA3B-6471-478E-A8C8-E54A06F99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3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0">
            <a:extLst>
              <a:ext uri="{FF2B5EF4-FFF2-40B4-BE49-F238E27FC236}">
                <a16:creationId xmlns:a16="http://schemas.microsoft.com/office/drawing/2014/main" id="{0B42217F-32EC-43B6-9E13-2AF173F6E55A}"/>
              </a:ext>
            </a:extLst>
          </p:cNvPr>
          <p:cNvSpPr txBox="1"/>
          <p:nvPr/>
        </p:nvSpPr>
        <p:spPr>
          <a:xfrm>
            <a:off x="358588" y="214130"/>
            <a:ext cx="11277600" cy="664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r>
              <a:rPr lang="en-US" sz="2400" b="1" kern="1800" dirty="0">
                <a:solidFill>
                  <a:schemeClr val="bg2">
                    <a:lumMod val="1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 RENTAL SYSTEM</a:t>
            </a:r>
            <a:endParaRPr lang="en-US" sz="2400" dirty="0">
              <a:solidFill>
                <a:schemeClr val="bg2">
                  <a:lumMod val="10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Project Report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Submitted To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Course Teacher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Department: of Computer Science and Engineering (CSE)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=================================================================================================</a:t>
            </a: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Submitted By: Group-5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Samira Hasan                    ID:- 1121003                               Name: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Tasnim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Taaha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ID:- 1121029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Jakia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Sultana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Jerin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ID:- 1121027                               Name: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Mariya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sultana                    ID:- 1121038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Computer Science and Engineering (CSE)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Semester: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2-1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 Oriented Programming (OOP)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Code: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CSE: 214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=================================================================================================</a:t>
            </a: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800" b="1" kern="1800" dirty="0">
                <a:effectLst/>
                <a:latin typeface="Book Antiqua" panose="0204060205030503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 Rental System</a:t>
            </a:r>
            <a:endParaRPr lang="en-US" sz="2800" b="1" dirty="0">
              <a:effectLst/>
              <a:latin typeface="Book Antiqua" panose="0204060205030503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Submission Date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-07-2026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1B540DAF-AF1B-4576-856C-E7A696D57D46}"/>
              </a:ext>
            </a:extLst>
          </p:cNvPr>
          <p:cNvCxnSpPr>
            <a:cxnSpLocks/>
          </p:cNvCxnSpPr>
          <p:nvPr/>
        </p:nvCxnSpPr>
        <p:spPr>
          <a:xfrm>
            <a:off x="5629835" y="1828800"/>
            <a:ext cx="0" cy="107576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E630D613-6E7A-4270-9CC6-0C0E4374D4FC}"/>
              </a:ext>
            </a:extLst>
          </p:cNvPr>
          <p:cNvCxnSpPr/>
          <p:nvPr/>
        </p:nvCxnSpPr>
        <p:spPr>
          <a:xfrm>
            <a:off x="340658" y="2904564"/>
            <a:ext cx="1131345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434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ehicles Poster | Download Printable PDF">
            <a:extLst>
              <a:ext uri="{FF2B5EF4-FFF2-40B4-BE49-F238E27FC236}">
                <a16:creationId xmlns:a16="http://schemas.microsoft.com/office/drawing/2014/main" id="{8DED2259-2936-401B-87E7-7BB1C5C52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8940"/>
            <a:ext cx="5387788" cy="6239435"/>
          </a:xfrm>
          <a:custGeom>
            <a:avLst/>
            <a:gdLst>
              <a:gd name="csX0" fmla="*/ 0 w 5387788"/>
              <a:gd name="csY0" fmla="*/ 0 h 6239435"/>
              <a:gd name="csX1" fmla="*/ 727351 w 5387788"/>
              <a:gd name="csY1" fmla="*/ 0 h 6239435"/>
              <a:gd name="csX2" fmla="*/ 1454703 w 5387788"/>
              <a:gd name="csY2" fmla="*/ 0 h 6239435"/>
              <a:gd name="csX3" fmla="*/ 2020421 w 5387788"/>
              <a:gd name="csY3" fmla="*/ 0 h 6239435"/>
              <a:gd name="csX4" fmla="*/ 2532260 w 5387788"/>
              <a:gd name="csY4" fmla="*/ 0 h 6239435"/>
              <a:gd name="csX5" fmla="*/ 3151856 w 5387788"/>
              <a:gd name="csY5" fmla="*/ 0 h 6239435"/>
              <a:gd name="csX6" fmla="*/ 3663696 w 5387788"/>
              <a:gd name="csY6" fmla="*/ 0 h 6239435"/>
              <a:gd name="csX7" fmla="*/ 4283291 w 5387788"/>
              <a:gd name="csY7" fmla="*/ 0 h 6239435"/>
              <a:gd name="csX8" fmla="*/ 5387788 w 5387788"/>
              <a:gd name="csY8" fmla="*/ 0 h 6239435"/>
              <a:gd name="csX9" fmla="*/ 5387788 w 5387788"/>
              <a:gd name="csY9" fmla="*/ 755665 h 6239435"/>
              <a:gd name="csX10" fmla="*/ 5387788 w 5387788"/>
              <a:gd name="csY10" fmla="*/ 1573724 h 6239435"/>
              <a:gd name="csX11" fmla="*/ 5387788 w 5387788"/>
              <a:gd name="csY11" fmla="*/ 2266995 h 6239435"/>
              <a:gd name="csX12" fmla="*/ 5387788 w 5387788"/>
              <a:gd name="csY12" fmla="*/ 2960265 h 6239435"/>
              <a:gd name="csX13" fmla="*/ 5387788 w 5387788"/>
              <a:gd name="csY13" fmla="*/ 3528747 h 6239435"/>
              <a:gd name="csX14" fmla="*/ 5387788 w 5387788"/>
              <a:gd name="csY14" fmla="*/ 4034835 h 6239435"/>
              <a:gd name="csX15" fmla="*/ 5387788 w 5387788"/>
              <a:gd name="csY15" fmla="*/ 4665711 h 6239435"/>
              <a:gd name="csX16" fmla="*/ 5387788 w 5387788"/>
              <a:gd name="csY16" fmla="*/ 5421376 h 6239435"/>
              <a:gd name="csX17" fmla="*/ 5387788 w 5387788"/>
              <a:gd name="csY17" fmla="*/ 6239435 h 6239435"/>
              <a:gd name="csX18" fmla="*/ 4822070 w 5387788"/>
              <a:gd name="csY18" fmla="*/ 6239435 h 6239435"/>
              <a:gd name="csX19" fmla="*/ 4310230 w 5387788"/>
              <a:gd name="csY19" fmla="*/ 6239435 h 6239435"/>
              <a:gd name="csX20" fmla="*/ 3582879 w 5387788"/>
              <a:gd name="csY20" fmla="*/ 6239435 h 6239435"/>
              <a:gd name="csX21" fmla="*/ 2963283 w 5387788"/>
              <a:gd name="csY21" fmla="*/ 6239435 h 6239435"/>
              <a:gd name="csX22" fmla="*/ 2397566 w 5387788"/>
              <a:gd name="csY22" fmla="*/ 6239435 h 6239435"/>
              <a:gd name="csX23" fmla="*/ 1885726 w 5387788"/>
              <a:gd name="csY23" fmla="*/ 6239435 h 6239435"/>
              <a:gd name="csX24" fmla="*/ 1373886 w 5387788"/>
              <a:gd name="csY24" fmla="*/ 6239435 h 6239435"/>
              <a:gd name="csX25" fmla="*/ 808168 w 5387788"/>
              <a:gd name="csY25" fmla="*/ 6239435 h 6239435"/>
              <a:gd name="csX26" fmla="*/ 0 w 5387788"/>
              <a:gd name="csY26" fmla="*/ 6239435 h 6239435"/>
              <a:gd name="csX27" fmla="*/ 0 w 5387788"/>
              <a:gd name="csY27" fmla="*/ 5733347 h 6239435"/>
              <a:gd name="csX28" fmla="*/ 0 w 5387788"/>
              <a:gd name="csY28" fmla="*/ 5040077 h 6239435"/>
              <a:gd name="csX29" fmla="*/ 0 w 5387788"/>
              <a:gd name="csY29" fmla="*/ 4471595 h 6239435"/>
              <a:gd name="csX30" fmla="*/ 0 w 5387788"/>
              <a:gd name="csY30" fmla="*/ 3715930 h 6239435"/>
              <a:gd name="csX31" fmla="*/ 0 w 5387788"/>
              <a:gd name="csY31" fmla="*/ 2960265 h 6239435"/>
              <a:gd name="csX32" fmla="*/ 0 w 5387788"/>
              <a:gd name="csY32" fmla="*/ 2142206 h 6239435"/>
              <a:gd name="csX33" fmla="*/ 0 w 5387788"/>
              <a:gd name="csY33" fmla="*/ 1324147 h 6239435"/>
              <a:gd name="csX34" fmla="*/ 0 w 5387788"/>
              <a:gd name="csY34" fmla="*/ 818059 h 6239435"/>
              <a:gd name="csX35" fmla="*/ 0 w 5387788"/>
              <a:gd name="csY35" fmla="*/ 0 h 62394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5387788" h="6239435" fill="none" extrusionOk="0">
                <a:moveTo>
                  <a:pt x="0" y="0"/>
                </a:moveTo>
                <a:cubicBezTo>
                  <a:pt x="358760" y="31564"/>
                  <a:pt x="563516" y="25790"/>
                  <a:pt x="727351" y="0"/>
                </a:cubicBezTo>
                <a:cubicBezTo>
                  <a:pt x="891186" y="-25790"/>
                  <a:pt x="1143662" y="-14726"/>
                  <a:pt x="1454703" y="0"/>
                </a:cubicBezTo>
                <a:cubicBezTo>
                  <a:pt x="1765744" y="14726"/>
                  <a:pt x="1878254" y="19087"/>
                  <a:pt x="2020421" y="0"/>
                </a:cubicBezTo>
                <a:cubicBezTo>
                  <a:pt x="2162588" y="-19087"/>
                  <a:pt x="2306044" y="-5237"/>
                  <a:pt x="2532260" y="0"/>
                </a:cubicBezTo>
                <a:cubicBezTo>
                  <a:pt x="2758476" y="5237"/>
                  <a:pt x="3019618" y="-22239"/>
                  <a:pt x="3151856" y="0"/>
                </a:cubicBezTo>
                <a:cubicBezTo>
                  <a:pt x="3284094" y="22239"/>
                  <a:pt x="3554764" y="20705"/>
                  <a:pt x="3663696" y="0"/>
                </a:cubicBezTo>
                <a:cubicBezTo>
                  <a:pt x="3772628" y="-20705"/>
                  <a:pt x="4053280" y="-30162"/>
                  <a:pt x="4283291" y="0"/>
                </a:cubicBezTo>
                <a:cubicBezTo>
                  <a:pt x="4513302" y="30162"/>
                  <a:pt x="5094883" y="26406"/>
                  <a:pt x="5387788" y="0"/>
                </a:cubicBezTo>
                <a:cubicBezTo>
                  <a:pt x="5394585" y="237077"/>
                  <a:pt x="5368972" y="501653"/>
                  <a:pt x="5387788" y="755665"/>
                </a:cubicBezTo>
                <a:cubicBezTo>
                  <a:pt x="5406604" y="1009677"/>
                  <a:pt x="5403236" y="1255549"/>
                  <a:pt x="5387788" y="1573724"/>
                </a:cubicBezTo>
                <a:cubicBezTo>
                  <a:pt x="5372340" y="1891899"/>
                  <a:pt x="5384362" y="2058801"/>
                  <a:pt x="5387788" y="2266995"/>
                </a:cubicBezTo>
                <a:cubicBezTo>
                  <a:pt x="5391214" y="2475189"/>
                  <a:pt x="5403786" y="2717726"/>
                  <a:pt x="5387788" y="2960265"/>
                </a:cubicBezTo>
                <a:cubicBezTo>
                  <a:pt x="5371791" y="3202804"/>
                  <a:pt x="5404153" y="3373190"/>
                  <a:pt x="5387788" y="3528747"/>
                </a:cubicBezTo>
                <a:cubicBezTo>
                  <a:pt x="5371423" y="3684304"/>
                  <a:pt x="5368919" y="3821216"/>
                  <a:pt x="5387788" y="4034835"/>
                </a:cubicBezTo>
                <a:cubicBezTo>
                  <a:pt x="5406657" y="4248454"/>
                  <a:pt x="5374530" y="4505832"/>
                  <a:pt x="5387788" y="4665711"/>
                </a:cubicBezTo>
                <a:cubicBezTo>
                  <a:pt x="5401046" y="4825590"/>
                  <a:pt x="5352751" y="5170776"/>
                  <a:pt x="5387788" y="5421376"/>
                </a:cubicBezTo>
                <a:cubicBezTo>
                  <a:pt x="5422825" y="5671976"/>
                  <a:pt x="5358373" y="5910549"/>
                  <a:pt x="5387788" y="6239435"/>
                </a:cubicBezTo>
                <a:cubicBezTo>
                  <a:pt x="5154656" y="6225310"/>
                  <a:pt x="5077899" y="6229251"/>
                  <a:pt x="4822070" y="6239435"/>
                </a:cubicBezTo>
                <a:cubicBezTo>
                  <a:pt x="4566241" y="6249619"/>
                  <a:pt x="4485199" y="6229515"/>
                  <a:pt x="4310230" y="6239435"/>
                </a:cubicBezTo>
                <a:cubicBezTo>
                  <a:pt x="4135261" y="6249355"/>
                  <a:pt x="3879656" y="6244915"/>
                  <a:pt x="3582879" y="6239435"/>
                </a:cubicBezTo>
                <a:cubicBezTo>
                  <a:pt x="3286102" y="6233955"/>
                  <a:pt x="3246255" y="6233861"/>
                  <a:pt x="2963283" y="6239435"/>
                </a:cubicBezTo>
                <a:cubicBezTo>
                  <a:pt x="2680311" y="6245009"/>
                  <a:pt x="2591773" y="6266496"/>
                  <a:pt x="2397566" y="6239435"/>
                </a:cubicBezTo>
                <a:cubicBezTo>
                  <a:pt x="2203359" y="6212374"/>
                  <a:pt x="2045592" y="6215638"/>
                  <a:pt x="1885726" y="6239435"/>
                </a:cubicBezTo>
                <a:cubicBezTo>
                  <a:pt x="1725860" y="6263232"/>
                  <a:pt x="1615507" y="6220145"/>
                  <a:pt x="1373886" y="6239435"/>
                </a:cubicBezTo>
                <a:cubicBezTo>
                  <a:pt x="1132265" y="6258725"/>
                  <a:pt x="1043608" y="6233083"/>
                  <a:pt x="808168" y="6239435"/>
                </a:cubicBezTo>
                <a:cubicBezTo>
                  <a:pt x="572728" y="6245787"/>
                  <a:pt x="327583" y="6221613"/>
                  <a:pt x="0" y="6239435"/>
                </a:cubicBezTo>
                <a:cubicBezTo>
                  <a:pt x="16823" y="6073702"/>
                  <a:pt x="11067" y="5870282"/>
                  <a:pt x="0" y="5733347"/>
                </a:cubicBezTo>
                <a:cubicBezTo>
                  <a:pt x="-11067" y="5596412"/>
                  <a:pt x="-16409" y="5374211"/>
                  <a:pt x="0" y="5040077"/>
                </a:cubicBezTo>
                <a:cubicBezTo>
                  <a:pt x="16409" y="4705943"/>
                  <a:pt x="-22866" y="4672224"/>
                  <a:pt x="0" y="4471595"/>
                </a:cubicBezTo>
                <a:cubicBezTo>
                  <a:pt x="22866" y="4270966"/>
                  <a:pt x="-21081" y="3892155"/>
                  <a:pt x="0" y="3715930"/>
                </a:cubicBezTo>
                <a:cubicBezTo>
                  <a:pt x="21081" y="3539706"/>
                  <a:pt x="23082" y="3178587"/>
                  <a:pt x="0" y="2960265"/>
                </a:cubicBezTo>
                <a:cubicBezTo>
                  <a:pt x="-23082" y="2741944"/>
                  <a:pt x="3441" y="2456283"/>
                  <a:pt x="0" y="2142206"/>
                </a:cubicBezTo>
                <a:cubicBezTo>
                  <a:pt x="-3441" y="1828129"/>
                  <a:pt x="833" y="1664221"/>
                  <a:pt x="0" y="1324147"/>
                </a:cubicBezTo>
                <a:cubicBezTo>
                  <a:pt x="-833" y="984073"/>
                  <a:pt x="-7285" y="1041276"/>
                  <a:pt x="0" y="818059"/>
                </a:cubicBezTo>
                <a:cubicBezTo>
                  <a:pt x="7285" y="594842"/>
                  <a:pt x="-20238" y="219540"/>
                  <a:pt x="0" y="0"/>
                </a:cubicBezTo>
                <a:close/>
              </a:path>
              <a:path w="5387788" h="6239435" stroke="0" extrusionOk="0">
                <a:moveTo>
                  <a:pt x="0" y="0"/>
                </a:moveTo>
                <a:cubicBezTo>
                  <a:pt x="155495" y="5429"/>
                  <a:pt x="332677" y="-3504"/>
                  <a:pt x="511840" y="0"/>
                </a:cubicBezTo>
                <a:cubicBezTo>
                  <a:pt x="691003" y="3504"/>
                  <a:pt x="1020004" y="38705"/>
                  <a:pt x="1293069" y="0"/>
                </a:cubicBezTo>
                <a:cubicBezTo>
                  <a:pt x="1566134" y="-38705"/>
                  <a:pt x="1657743" y="-13139"/>
                  <a:pt x="2020421" y="0"/>
                </a:cubicBezTo>
                <a:cubicBezTo>
                  <a:pt x="2383099" y="13139"/>
                  <a:pt x="2432396" y="-18649"/>
                  <a:pt x="2693894" y="0"/>
                </a:cubicBezTo>
                <a:cubicBezTo>
                  <a:pt x="2955392" y="18649"/>
                  <a:pt x="3003838" y="-7361"/>
                  <a:pt x="3259612" y="0"/>
                </a:cubicBezTo>
                <a:cubicBezTo>
                  <a:pt x="3515386" y="7361"/>
                  <a:pt x="3710890" y="13446"/>
                  <a:pt x="3825329" y="0"/>
                </a:cubicBezTo>
                <a:cubicBezTo>
                  <a:pt x="3939768" y="-13446"/>
                  <a:pt x="4186096" y="-27744"/>
                  <a:pt x="4391047" y="0"/>
                </a:cubicBezTo>
                <a:cubicBezTo>
                  <a:pt x="4595998" y="27744"/>
                  <a:pt x="5012995" y="25837"/>
                  <a:pt x="5387788" y="0"/>
                </a:cubicBezTo>
                <a:cubicBezTo>
                  <a:pt x="5368835" y="174793"/>
                  <a:pt x="5354872" y="417310"/>
                  <a:pt x="5387788" y="818059"/>
                </a:cubicBezTo>
                <a:cubicBezTo>
                  <a:pt x="5420704" y="1218808"/>
                  <a:pt x="5404072" y="1096869"/>
                  <a:pt x="5387788" y="1324147"/>
                </a:cubicBezTo>
                <a:cubicBezTo>
                  <a:pt x="5371504" y="1551425"/>
                  <a:pt x="5354342" y="1701461"/>
                  <a:pt x="5387788" y="2017417"/>
                </a:cubicBezTo>
                <a:cubicBezTo>
                  <a:pt x="5421235" y="2333373"/>
                  <a:pt x="5412982" y="2374693"/>
                  <a:pt x="5387788" y="2523505"/>
                </a:cubicBezTo>
                <a:cubicBezTo>
                  <a:pt x="5362594" y="2672317"/>
                  <a:pt x="5392356" y="2811160"/>
                  <a:pt x="5387788" y="3029592"/>
                </a:cubicBezTo>
                <a:cubicBezTo>
                  <a:pt x="5383220" y="3248024"/>
                  <a:pt x="5369951" y="3441110"/>
                  <a:pt x="5387788" y="3660469"/>
                </a:cubicBezTo>
                <a:cubicBezTo>
                  <a:pt x="5405625" y="3879828"/>
                  <a:pt x="5384494" y="4141269"/>
                  <a:pt x="5387788" y="4353739"/>
                </a:cubicBezTo>
                <a:cubicBezTo>
                  <a:pt x="5391083" y="4566209"/>
                  <a:pt x="5358114" y="4831674"/>
                  <a:pt x="5387788" y="5171798"/>
                </a:cubicBezTo>
                <a:cubicBezTo>
                  <a:pt x="5417462" y="5511922"/>
                  <a:pt x="5378639" y="5823057"/>
                  <a:pt x="5387788" y="6239435"/>
                </a:cubicBezTo>
                <a:cubicBezTo>
                  <a:pt x="5205254" y="6242175"/>
                  <a:pt x="5053819" y="6251374"/>
                  <a:pt x="4822070" y="6239435"/>
                </a:cubicBezTo>
                <a:cubicBezTo>
                  <a:pt x="4590321" y="6227496"/>
                  <a:pt x="4403550" y="6211099"/>
                  <a:pt x="4202475" y="6239435"/>
                </a:cubicBezTo>
                <a:cubicBezTo>
                  <a:pt x="4001400" y="6267771"/>
                  <a:pt x="3688170" y="6219924"/>
                  <a:pt x="3529001" y="6239435"/>
                </a:cubicBezTo>
                <a:cubicBezTo>
                  <a:pt x="3369832" y="6258946"/>
                  <a:pt x="3218123" y="6231786"/>
                  <a:pt x="2909406" y="6239435"/>
                </a:cubicBezTo>
                <a:cubicBezTo>
                  <a:pt x="2600690" y="6247084"/>
                  <a:pt x="2440120" y="6251963"/>
                  <a:pt x="2235932" y="6239435"/>
                </a:cubicBezTo>
                <a:cubicBezTo>
                  <a:pt x="2031744" y="6226907"/>
                  <a:pt x="1867993" y="6249517"/>
                  <a:pt x="1562459" y="6239435"/>
                </a:cubicBezTo>
                <a:cubicBezTo>
                  <a:pt x="1256925" y="6229353"/>
                  <a:pt x="1060200" y="6266479"/>
                  <a:pt x="781229" y="6239435"/>
                </a:cubicBezTo>
                <a:cubicBezTo>
                  <a:pt x="502258" y="6212392"/>
                  <a:pt x="285615" y="6258643"/>
                  <a:pt x="0" y="6239435"/>
                </a:cubicBezTo>
                <a:cubicBezTo>
                  <a:pt x="-13121" y="6048123"/>
                  <a:pt x="15163" y="5747870"/>
                  <a:pt x="0" y="5608559"/>
                </a:cubicBezTo>
                <a:cubicBezTo>
                  <a:pt x="-15163" y="5469248"/>
                  <a:pt x="-33845" y="5181567"/>
                  <a:pt x="0" y="4915288"/>
                </a:cubicBezTo>
                <a:cubicBezTo>
                  <a:pt x="33845" y="4649009"/>
                  <a:pt x="-19361" y="4487736"/>
                  <a:pt x="0" y="4346806"/>
                </a:cubicBezTo>
                <a:cubicBezTo>
                  <a:pt x="19361" y="4205876"/>
                  <a:pt x="-17729" y="3849095"/>
                  <a:pt x="0" y="3653536"/>
                </a:cubicBezTo>
                <a:cubicBezTo>
                  <a:pt x="17729" y="3457977"/>
                  <a:pt x="-9238" y="3362909"/>
                  <a:pt x="0" y="3147448"/>
                </a:cubicBezTo>
                <a:cubicBezTo>
                  <a:pt x="9238" y="2931987"/>
                  <a:pt x="-29494" y="2575202"/>
                  <a:pt x="0" y="2391783"/>
                </a:cubicBezTo>
                <a:cubicBezTo>
                  <a:pt x="29494" y="2208364"/>
                  <a:pt x="-22065" y="1792629"/>
                  <a:pt x="0" y="1573724"/>
                </a:cubicBezTo>
                <a:cubicBezTo>
                  <a:pt x="22065" y="1354819"/>
                  <a:pt x="-5150" y="1309748"/>
                  <a:pt x="0" y="1067637"/>
                </a:cubicBezTo>
                <a:cubicBezTo>
                  <a:pt x="5150" y="825526"/>
                  <a:pt x="-45234" y="353336"/>
                  <a:pt x="0" y="0"/>
                </a:cubicBezTo>
                <a:close/>
              </a:path>
            </a:pathLst>
          </a:custGeom>
          <a:ln w="228600" cap="sq" cmpd="thickThin">
            <a:solidFill>
              <a:srgbClr val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51613622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45AE37-B403-4068-982C-4F7DE18D5939}"/>
              </a:ext>
            </a:extLst>
          </p:cNvPr>
          <p:cNvSpPr txBox="1"/>
          <p:nvPr/>
        </p:nvSpPr>
        <p:spPr>
          <a:xfrm>
            <a:off x="412376" y="484094"/>
            <a:ext cx="467061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Book Antiqua" panose="02040602050305030304" pitchFamily="18" charset="0"/>
              </a:rPr>
              <a:t>Introduction</a:t>
            </a:r>
          </a:p>
          <a:p>
            <a:endParaRPr lang="en-US" b="1" dirty="0"/>
          </a:p>
          <a:p>
            <a:r>
              <a:rPr lang="en-US" sz="2800" dirty="0">
                <a:latin typeface="Book Antiqua" panose="02040602050305030304" pitchFamily="18" charset="0"/>
              </a:rPr>
              <a:t>The Vehicle Rental System is a console-based application developed using C++. The system helps manage vehicles, customers, rentals, and notes efficiently. It uses Object-Oriented Programming concepts along with file handling to store data permanently.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33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348821-CDA8-4376-8E4B-781DF609E47E}"/>
              </a:ext>
            </a:extLst>
          </p:cNvPr>
          <p:cNvSpPr txBox="1"/>
          <p:nvPr/>
        </p:nvSpPr>
        <p:spPr>
          <a:xfrm>
            <a:off x="708212" y="672353"/>
            <a:ext cx="6203576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ook Antiqua" panose="02040602050305030304" pitchFamily="18" charset="0"/>
              </a:rPr>
              <a:t>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Manage vehicle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Manage customer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Rent and return vehicles.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Store rental history.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Save data permanently using text files.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Apply Object-Oriented Programming concepts.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Handle invalid user input using exception handling.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89F9D3-818C-4213-BFA9-EE57CFABFFF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8730" y="1446679"/>
            <a:ext cx="5286188" cy="3964641"/>
          </a:xfrm>
          <a:custGeom>
            <a:avLst/>
            <a:gdLst>
              <a:gd name="csX0" fmla="*/ 0 w 5286188"/>
              <a:gd name="csY0" fmla="*/ 0 h 3964641"/>
              <a:gd name="csX1" fmla="*/ 555050 w 5286188"/>
              <a:gd name="csY1" fmla="*/ 0 h 3964641"/>
              <a:gd name="csX2" fmla="*/ 1321547 w 5286188"/>
              <a:gd name="csY2" fmla="*/ 0 h 3964641"/>
              <a:gd name="csX3" fmla="*/ 1823735 w 5286188"/>
              <a:gd name="csY3" fmla="*/ 0 h 3964641"/>
              <a:gd name="csX4" fmla="*/ 2325923 w 5286188"/>
              <a:gd name="csY4" fmla="*/ 0 h 3964641"/>
              <a:gd name="csX5" fmla="*/ 3092420 w 5286188"/>
              <a:gd name="csY5" fmla="*/ 0 h 3964641"/>
              <a:gd name="csX6" fmla="*/ 3647470 w 5286188"/>
              <a:gd name="csY6" fmla="*/ 0 h 3964641"/>
              <a:gd name="csX7" fmla="*/ 4149658 w 5286188"/>
              <a:gd name="csY7" fmla="*/ 0 h 3964641"/>
              <a:gd name="csX8" fmla="*/ 5286188 w 5286188"/>
              <a:gd name="csY8" fmla="*/ 0 h 3964641"/>
              <a:gd name="csX9" fmla="*/ 5286188 w 5286188"/>
              <a:gd name="csY9" fmla="*/ 700420 h 3964641"/>
              <a:gd name="csX10" fmla="*/ 5286188 w 5286188"/>
              <a:gd name="csY10" fmla="*/ 1321547 h 3964641"/>
              <a:gd name="csX11" fmla="*/ 5286188 w 5286188"/>
              <a:gd name="csY11" fmla="*/ 1903028 h 3964641"/>
              <a:gd name="csX12" fmla="*/ 5286188 w 5286188"/>
              <a:gd name="csY12" fmla="*/ 2444862 h 3964641"/>
              <a:gd name="csX13" fmla="*/ 5286188 w 5286188"/>
              <a:gd name="csY13" fmla="*/ 3105635 h 3964641"/>
              <a:gd name="csX14" fmla="*/ 5286188 w 5286188"/>
              <a:gd name="csY14" fmla="*/ 3964641 h 3964641"/>
              <a:gd name="csX15" fmla="*/ 4784000 w 5286188"/>
              <a:gd name="csY15" fmla="*/ 3964641 h 3964641"/>
              <a:gd name="csX16" fmla="*/ 4176089 w 5286188"/>
              <a:gd name="csY16" fmla="*/ 3964641 h 3964641"/>
              <a:gd name="csX17" fmla="*/ 3568177 w 5286188"/>
              <a:gd name="csY17" fmla="*/ 3964641 h 3964641"/>
              <a:gd name="csX18" fmla="*/ 3013127 w 5286188"/>
              <a:gd name="csY18" fmla="*/ 3964641 h 3964641"/>
              <a:gd name="csX19" fmla="*/ 2510939 w 5286188"/>
              <a:gd name="csY19" fmla="*/ 3964641 h 3964641"/>
              <a:gd name="csX20" fmla="*/ 1744442 w 5286188"/>
              <a:gd name="csY20" fmla="*/ 3964641 h 3964641"/>
              <a:gd name="csX21" fmla="*/ 977945 w 5286188"/>
              <a:gd name="csY21" fmla="*/ 3964641 h 3964641"/>
              <a:gd name="csX22" fmla="*/ 0 w 5286188"/>
              <a:gd name="csY22" fmla="*/ 3964641 h 3964641"/>
              <a:gd name="csX23" fmla="*/ 0 w 5286188"/>
              <a:gd name="csY23" fmla="*/ 3264221 h 3964641"/>
              <a:gd name="csX24" fmla="*/ 0 w 5286188"/>
              <a:gd name="csY24" fmla="*/ 2603448 h 3964641"/>
              <a:gd name="csX25" fmla="*/ 0 w 5286188"/>
              <a:gd name="csY25" fmla="*/ 2021967 h 3964641"/>
              <a:gd name="csX26" fmla="*/ 0 w 5286188"/>
              <a:gd name="csY26" fmla="*/ 1361193 h 3964641"/>
              <a:gd name="csX27" fmla="*/ 0 w 5286188"/>
              <a:gd name="csY27" fmla="*/ 660774 h 3964641"/>
              <a:gd name="csX28" fmla="*/ 0 w 5286188"/>
              <a:gd name="csY28" fmla="*/ 0 h 39646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5286188" h="3964641" extrusionOk="0">
                <a:moveTo>
                  <a:pt x="0" y="0"/>
                </a:moveTo>
                <a:cubicBezTo>
                  <a:pt x="242464" y="13779"/>
                  <a:pt x="324727" y="19594"/>
                  <a:pt x="555050" y="0"/>
                </a:cubicBezTo>
                <a:cubicBezTo>
                  <a:pt x="785373" y="-19594"/>
                  <a:pt x="1100253" y="17608"/>
                  <a:pt x="1321547" y="0"/>
                </a:cubicBezTo>
                <a:cubicBezTo>
                  <a:pt x="1542841" y="-17608"/>
                  <a:pt x="1636832" y="4471"/>
                  <a:pt x="1823735" y="0"/>
                </a:cubicBezTo>
                <a:cubicBezTo>
                  <a:pt x="2010638" y="-4471"/>
                  <a:pt x="2143427" y="7070"/>
                  <a:pt x="2325923" y="0"/>
                </a:cubicBezTo>
                <a:cubicBezTo>
                  <a:pt x="2508419" y="-7070"/>
                  <a:pt x="2736208" y="23400"/>
                  <a:pt x="3092420" y="0"/>
                </a:cubicBezTo>
                <a:cubicBezTo>
                  <a:pt x="3448632" y="-23400"/>
                  <a:pt x="3384768" y="-26848"/>
                  <a:pt x="3647470" y="0"/>
                </a:cubicBezTo>
                <a:cubicBezTo>
                  <a:pt x="3910172" y="26848"/>
                  <a:pt x="3915946" y="-22070"/>
                  <a:pt x="4149658" y="0"/>
                </a:cubicBezTo>
                <a:cubicBezTo>
                  <a:pt x="4383370" y="22070"/>
                  <a:pt x="4822664" y="56533"/>
                  <a:pt x="5286188" y="0"/>
                </a:cubicBezTo>
                <a:cubicBezTo>
                  <a:pt x="5266960" y="226847"/>
                  <a:pt x="5286346" y="541541"/>
                  <a:pt x="5286188" y="700420"/>
                </a:cubicBezTo>
                <a:cubicBezTo>
                  <a:pt x="5286030" y="859299"/>
                  <a:pt x="5316622" y="1088571"/>
                  <a:pt x="5286188" y="1321547"/>
                </a:cubicBezTo>
                <a:cubicBezTo>
                  <a:pt x="5255754" y="1554523"/>
                  <a:pt x="5308646" y="1773705"/>
                  <a:pt x="5286188" y="1903028"/>
                </a:cubicBezTo>
                <a:cubicBezTo>
                  <a:pt x="5263730" y="2032351"/>
                  <a:pt x="5305860" y="2177199"/>
                  <a:pt x="5286188" y="2444862"/>
                </a:cubicBezTo>
                <a:cubicBezTo>
                  <a:pt x="5266516" y="2712525"/>
                  <a:pt x="5297618" y="2873650"/>
                  <a:pt x="5286188" y="3105635"/>
                </a:cubicBezTo>
                <a:cubicBezTo>
                  <a:pt x="5274758" y="3337620"/>
                  <a:pt x="5244900" y="3738031"/>
                  <a:pt x="5286188" y="3964641"/>
                </a:cubicBezTo>
                <a:cubicBezTo>
                  <a:pt x="5059216" y="3956279"/>
                  <a:pt x="4920445" y="3984354"/>
                  <a:pt x="4784000" y="3964641"/>
                </a:cubicBezTo>
                <a:cubicBezTo>
                  <a:pt x="4647555" y="3944928"/>
                  <a:pt x="4313586" y="3977986"/>
                  <a:pt x="4176089" y="3964641"/>
                </a:cubicBezTo>
                <a:cubicBezTo>
                  <a:pt x="4038592" y="3951296"/>
                  <a:pt x="3704182" y="3942200"/>
                  <a:pt x="3568177" y="3964641"/>
                </a:cubicBezTo>
                <a:cubicBezTo>
                  <a:pt x="3432172" y="3987082"/>
                  <a:pt x="3234975" y="3955971"/>
                  <a:pt x="3013127" y="3964641"/>
                </a:cubicBezTo>
                <a:cubicBezTo>
                  <a:pt x="2791279" y="3973312"/>
                  <a:pt x="2629081" y="3970274"/>
                  <a:pt x="2510939" y="3964641"/>
                </a:cubicBezTo>
                <a:cubicBezTo>
                  <a:pt x="2392797" y="3959008"/>
                  <a:pt x="2126515" y="3996217"/>
                  <a:pt x="1744442" y="3964641"/>
                </a:cubicBezTo>
                <a:cubicBezTo>
                  <a:pt x="1362369" y="3933065"/>
                  <a:pt x="1156215" y="3943945"/>
                  <a:pt x="977945" y="3964641"/>
                </a:cubicBezTo>
                <a:cubicBezTo>
                  <a:pt x="799675" y="3985337"/>
                  <a:pt x="318829" y="3970394"/>
                  <a:pt x="0" y="3964641"/>
                </a:cubicBezTo>
                <a:cubicBezTo>
                  <a:pt x="-20419" y="3641973"/>
                  <a:pt x="5175" y="3531784"/>
                  <a:pt x="0" y="3264221"/>
                </a:cubicBezTo>
                <a:cubicBezTo>
                  <a:pt x="-5175" y="2996658"/>
                  <a:pt x="18887" y="2921673"/>
                  <a:pt x="0" y="2603448"/>
                </a:cubicBezTo>
                <a:cubicBezTo>
                  <a:pt x="-18887" y="2285223"/>
                  <a:pt x="27931" y="2250941"/>
                  <a:pt x="0" y="2021967"/>
                </a:cubicBezTo>
                <a:cubicBezTo>
                  <a:pt x="-27931" y="1792993"/>
                  <a:pt x="-13236" y="1658695"/>
                  <a:pt x="0" y="1361193"/>
                </a:cubicBezTo>
                <a:cubicBezTo>
                  <a:pt x="13236" y="1063691"/>
                  <a:pt x="-191" y="993122"/>
                  <a:pt x="0" y="660774"/>
                </a:cubicBezTo>
                <a:cubicBezTo>
                  <a:pt x="191" y="328426"/>
                  <a:pt x="-14082" y="273803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801211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5868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ar Buying by Holypix on Dribbble">
            <a:extLst>
              <a:ext uri="{FF2B5EF4-FFF2-40B4-BE49-F238E27FC236}">
                <a16:creationId xmlns:a16="http://schemas.microsoft.com/office/drawing/2014/main" id="{61C84065-9A90-4614-B1A5-E877071A0CA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835" y="1136276"/>
            <a:ext cx="5082988" cy="3812241"/>
          </a:xfrm>
          <a:custGeom>
            <a:avLst/>
            <a:gdLst>
              <a:gd name="csX0" fmla="*/ 0 w 5082988"/>
              <a:gd name="csY0" fmla="*/ 0 h 3812241"/>
              <a:gd name="csX1" fmla="*/ 564776 w 5082988"/>
              <a:gd name="csY1" fmla="*/ 0 h 3812241"/>
              <a:gd name="csX2" fmla="*/ 977063 w 5082988"/>
              <a:gd name="csY2" fmla="*/ 0 h 3812241"/>
              <a:gd name="csX3" fmla="*/ 1592670 w 5082988"/>
              <a:gd name="csY3" fmla="*/ 0 h 3812241"/>
              <a:gd name="csX4" fmla="*/ 2004956 w 5082988"/>
              <a:gd name="csY4" fmla="*/ 0 h 3812241"/>
              <a:gd name="csX5" fmla="*/ 2671393 w 5082988"/>
              <a:gd name="csY5" fmla="*/ 0 h 3812241"/>
              <a:gd name="csX6" fmla="*/ 3337829 w 5082988"/>
              <a:gd name="csY6" fmla="*/ 0 h 3812241"/>
              <a:gd name="csX7" fmla="*/ 3953435 w 5082988"/>
              <a:gd name="csY7" fmla="*/ 0 h 3812241"/>
              <a:gd name="csX8" fmla="*/ 4518212 w 5082988"/>
              <a:gd name="csY8" fmla="*/ 0 h 3812241"/>
              <a:gd name="csX9" fmla="*/ 5082988 w 5082988"/>
              <a:gd name="csY9" fmla="*/ 0 h 3812241"/>
              <a:gd name="csX10" fmla="*/ 5082988 w 5082988"/>
              <a:gd name="csY10" fmla="*/ 468361 h 3812241"/>
              <a:gd name="csX11" fmla="*/ 5082988 w 5082988"/>
              <a:gd name="csY11" fmla="*/ 1051089 h 3812241"/>
              <a:gd name="csX12" fmla="*/ 5082988 w 5082988"/>
              <a:gd name="csY12" fmla="*/ 1481328 h 3812241"/>
              <a:gd name="csX13" fmla="*/ 5082988 w 5082988"/>
              <a:gd name="csY13" fmla="*/ 2025934 h 3812241"/>
              <a:gd name="csX14" fmla="*/ 5082988 w 5082988"/>
              <a:gd name="csY14" fmla="*/ 2570540 h 3812241"/>
              <a:gd name="csX15" fmla="*/ 5082988 w 5082988"/>
              <a:gd name="csY15" fmla="*/ 3077023 h 3812241"/>
              <a:gd name="csX16" fmla="*/ 5082988 w 5082988"/>
              <a:gd name="csY16" fmla="*/ 3812241 h 3812241"/>
              <a:gd name="csX17" fmla="*/ 4518212 w 5082988"/>
              <a:gd name="csY17" fmla="*/ 3812241 h 3812241"/>
              <a:gd name="csX18" fmla="*/ 4055095 w 5082988"/>
              <a:gd name="csY18" fmla="*/ 3812241 h 3812241"/>
              <a:gd name="csX19" fmla="*/ 3591978 w 5082988"/>
              <a:gd name="csY19" fmla="*/ 3812241 h 3812241"/>
              <a:gd name="csX20" fmla="*/ 3179691 w 5082988"/>
              <a:gd name="csY20" fmla="*/ 3812241 h 3812241"/>
              <a:gd name="csX21" fmla="*/ 2513255 w 5082988"/>
              <a:gd name="csY21" fmla="*/ 3812241 h 3812241"/>
              <a:gd name="csX22" fmla="*/ 2100968 w 5082988"/>
              <a:gd name="csY22" fmla="*/ 3812241 h 3812241"/>
              <a:gd name="csX23" fmla="*/ 1485362 w 5082988"/>
              <a:gd name="csY23" fmla="*/ 3812241 h 3812241"/>
              <a:gd name="csX24" fmla="*/ 920586 w 5082988"/>
              <a:gd name="csY24" fmla="*/ 3812241 h 3812241"/>
              <a:gd name="csX25" fmla="*/ 0 w 5082988"/>
              <a:gd name="csY25" fmla="*/ 3812241 h 3812241"/>
              <a:gd name="csX26" fmla="*/ 0 w 5082988"/>
              <a:gd name="csY26" fmla="*/ 3191390 h 3812241"/>
              <a:gd name="csX27" fmla="*/ 0 w 5082988"/>
              <a:gd name="csY27" fmla="*/ 2684907 h 3812241"/>
              <a:gd name="csX28" fmla="*/ 0 w 5082988"/>
              <a:gd name="csY28" fmla="*/ 2178423 h 3812241"/>
              <a:gd name="csX29" fmla="*/ 0 w 5082988"/>
              <a:gd name="csY29" fmla="*/ 1748185 h 3812241"/>
              <a:gd name="csX30" fmla="*/ 0 w 5082988"/>
              <a:gd name="csY30" fmla="*/ 1317946 h 3812241"/>
              <a:gd name="csX31" fmla="*/ 0 w 5082988"/>
              <a:gd name="csY31" fmla="*/ 773340 h 3812241"/>
              <a:gd name="csX32" fmla="*/ 0 w 5082988"/>
              <a:gd name="csY32" fmla="*/ 0 h 38122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5082988" h="3812241" fill="none" extrusionOk="0">
                <a:moveTo>
                  <a:pt x="0" y="0"/>
                </a:moveTo>
                <a:cubicBezTo>
                  <a:pt x="169299" y="-55568"/>
                  <a:pt x="314736" y="621"/>
                  <a:pt x="564776" y="0"/>
                </a:cubicBezTo>
                <a:cubicBezTo>
                  <a:pt x="814816" y="-621"/>
                  <a:pt x="832370" y="10476"/>
                  <a:pt x="977063" y="0"/>
                </a:cubicBezTo>
                <a:cubicBezTo>
                  <a:pt x="1121756" y="-10476"/>
                  <a:pt x="1440848" y="10959"/>
                  <a:pt x="1592670" y="0"/>
                </a:cubicBezTo>
                <a:cubicBezTo>
                  <a:pt x="1744492" y="-10959"/>
                  <a:pt x="1856493" y="40182"/>
                  <a:pt x="2004956" y="0"/>
                </a:cubicBezTo>
                <a:cubicBezTo>
                  <a:pt x="2153419" y="-40182"/>
                  <a:pt x="2482263" y="59385"/>
                  <a:pt x="2671393" y="0"/>
                </a:cubicBezTo>
                <a:cubicBezTo>
                  <a:pt x="2860523" y="-59385"/>
                  <a:pt x="3016961" y="25011"/>
                  <a:pt x="3337829" y="0"/>
                </a:cubicBezTo>
                <a:cubicBezTo>
                  <a:pt x="3658697" y="-25011"/>
                  <a:pt x="3826742" y="51380"/>
                  <a:pt x="3953435" y="0"/>
                </a:cubicBezTo>
                <a:cubicBezTo>
                  <a:pt x="4080128" y="-51380"/>
                  <a:pt x="4367306" y="37572"/>
                  <a:pt x="4518212" y="0"/>
                </a:cubicBezTo>
                <a:cubicBezTo>
                  <a:pt x="4669118" y="-37572"/>
                  <a:pt x="4848572" y="48358"/>
                  <a:pt x="5082988" y="0"/>
                </a:cubicBezTo>
                <a:cubicBezTo>
                  <a:pt x="5116026" y="199920"/>
                  <a:pt x="5072241" y="253503"/>
                  <a:pt x="5082988" y="468361"/>
                </a:cubicBezTo>
                <a:cubicBezTo>
                  <a:pt x="5093735" y="683219"/>
                  <a:pt x="5046187" y="843578"/>
                  <a:pt x="5082988" y="1051089"/>
                </a:cubicBezTo>
                <a:cubicBezTo>
                  <a:pt x="5119789" y="1258600"/>
                  <a:pt x="5063013" y="1322966"/>
                  <a:pt x="5082988" y="1481328"/>
                </a:cubicBezTo>
                <a:cubicBezTo>
                  <a:pt x="5102963" y="1639690"/>
                  <a:pt x="5068954" y="1814981"/>
                  <a:pt x="5082988" y="2025934"/>
                </a:cubicBezTo>
                <a:cubicBezTo>
                  <a:pt x="5097022" y="2236887"/>
                  <a:pt x="5017989" y="2335850"/>
                  <a:pt x="5082988" y="2570540"/>
                </a:cubicBezTo>
                <a:cubicBezTo>
                  <a:pt x="5147987" y="2805230"/>
                  <a:pt x="5075997" y="2928145"/>
                  <a:pt x="5082988" y="3077023"/>
                </a:cubicBezTo>
                <a:cubicBezTo>
                  <a:pt x="5089979" y="3225901"/>
                  <a:pt x="5049878" y="3590048"/>
                  <a:pt x="5082988" y="3812241"/>
                </a:cubicBezTo>
                <a:cubicBezTo>
                  <a:pt x="4903841" y="3830949"/>
                  <a:pt x="4669784" y="3746122"/>
                  <a:pt x="4518212" y="3812241"/>
                </a:cubicBezTo>
                <a:cubicBezTo>
                  <a:pt x="4366640" y="3878360"/>
                  <a:pt x="4177390" y="3773454"/>
                  <a:pt x="4055095" y="3812241"/>
                </a:cubicBezTo>
                <a:cubicBezTo>
                  <a:pt x="3932800" y="3851028"/>
                  <a:pt x="3766042" y="3788055"/>
                  <a:pt x="3591978" y="3812241"/>
                </a:cubicBezTo>
                <a:cubicBezTo>
                  <a:pt x="3417914" y="3836427"/>
                  <a:pt x="3313364" y="3791538"/>
                  <a:pt x="3179691" y="3812241"/>
                </a:cubicBezTo>
                <a:cubicBezTo>
                  <a:pt x="3046018" y="3832944"/>
                  <a:pt x="2806284" y="3739403"/>
                  <a:pt x="2513255" y="3812241"/>
                </a:cubicBezTo>
                <a:cubicBezTo>
                  <a:pt x="2220226" y="3885079"/>
                  <a:pt x="2241322" y="3798878"/>
                  <a:pt x="2100968" y="3812241"/>
                </a:cubicBezTo>
                <a:cubicBezTo>
                  <a:pt x="1960614" y="3825604"/>
                  <a:pt x="1749900" y="3755326"/>
                  <a:pt x="1485362" y="3812241"/>
                </a:cubicBezTo>
                <a:cubicBezTo>
                  <a:pt x="1220824" y="3869156"/>
                  <a:pt x="1162161" y="3775196"/>
                  <a:pt x="920586" y="3812241"/>
                </a:cubicBezTo>
                <a:cubicBezTo>
                  <a:pt x="679011" y="3849286"/>
                  <a:pt x="293843" y="3705902"/>
                  <a:pt x="0" y="3812241"/>
                </a:cubicBezTo>
                <a:cubicBezTo>
                  <a:pt x="-71857" y="3521064"/>
                  <a:pt x="74295" y="3419856"/>
                  <a:pt x="0" y="3191390"/>
                </a:cubicBezTo>
                <a:cubicBezTo>
                  <a:pt x="-74295" y="2962924"/>
                  <a:pt x="27738" y="2913691"/>
                  <a:pt x="0" y="2684907"/>
                </a:cubicBezTo>
                <a:cubicBezTo>
                  <a:pt x="-27738" y="2456123"/>
                  <a:pt x="16345" y="2336565"/>
                  <a:pt x="0" y="2178423"/>
                </a:cubicBezTo>
                <a:cubicBezTo>
                  <a:pt x="-16345" y="2020281"/>
                  <a:pt x="26580" y="1892256"/>
                  <a:pt x="0" y="1748185"/>
                </a:cubicBezTo>
                <a:cubicBezTo>
                  <a:pt x="-26580" y="1604114"/>
                  <a:pt x="18833" y="1430227"/>
                  <a:pt x="0" y="1317946"/>
                </a:cubicBezTo>
                <a:cubicBezTo>
                  <a:pt x="-18833" y="1205665"/>
                  <a:pt x="23707" y="902777"/>
                  <a:pt x="0" y="773340"/>
                </a:cubicBezTo>
                <a:cubicBezTo>
                  <a:pt x="-23707" y="643903"/>
                  <a:pt x="37968" y="347462"/>
                  <a:pt x="0" y="0"/>
                </a:cubicBezTo>
                <a:close/>
              </a:path>
              <a:path w="5082988" h="3812241" stroke="0" extrusionOk="0">
                <a:moveTo>
                  <a:pt x="0" y="0"/>
                </a:moveTo>
                <a:cubicBezTo>
                  <a:pt x="159581" y="-50940"/>
                  <a:pt x="425523" y="4473"/>
                  <a:pt x="615606" y="0"/>
                </a:cubicBezTo>
                <a:cubicBezTo>
                  <a:pt x="805689" y="-4473"/>
                  <a:pt x="975698" y="69177"/>
                  <a:pt x="1282043" y="0"/>
                </a:cubicBezTo>
                <a:cubicBezTo>
                  <a:pt x="1588388" y="-69177"/>
                  <a:pt x="1583135" y="8619"/>
                  <a:pt x="1745159" y="0"/>
                </a:cubicBezTo>
                <a:cubicBezTo>
                  <a:pt x="1907183" y="-8619"/>
                  <a:pt x="2140737" y="16391"/>
                  <a:pt x="2360766" y="0"/>
                </a:cubicBezTo>
                <a:cubicBezTo>
                  <a:pt x="2580795" y="-16391"/>
                  <a:pt x="2677731" y="28822"/>
                  <a:pt x="2773052" y="0"/>
                </a:cubicBezTo>
                <a:cubicBezTo>
                  <a:pt x="2868373" y="-28822"/>
                  <a:pt x="3080631" y="17110"/>
                  <a:pt x="3236169" y="0"/>
                </a:cubicBezTo>
                <a:cubicBezTo>
                  <a:pt x="3391707" y="-17110"/>
                  <a:pt x="3632083" y="9648"/>
                  <a:pt x="3902605" y="0"/>
                </a:cubicBezTo>
                <a:cubicBezTo>
                  <a:pt x="4173127" y="-9648"/>
                  <a:pt x="4367501" y="9115"/>
                  <a:pt x="4518212" y="0"/>
                </a:cubicBezTo>
                <a:cubicBezTo>
                  <a:pt x="4668923" y="-9115"/>
                  <a:pt x="4900993" y="8707"/>
                  <a:pt x="5082988" y="0"/>
                </a:cubicBezTo>
                <a:cubicBezTo>
                  <a:pt x="5142042" y="170374"/>
                  <a:pt x="5057989" y="393794"/>
                  <a:pt x="5082988" y="582728"/>
                </a:cubicBezTo>
                <a:cubicBezTo>
                  <a:pt x="5107987" y="771662"/>
                  <a:pt x="5055825" y="854510"/>
                  <a:pt x="5082988" y="1089212"/>
                </a:cubicBezTo>
                <a:cubicBezTo>
                  <a:pt x="5110151" y="1323914"/>
                  <a:pt x="5056652" y="1349176"/>
                  <a:pt x="5082988" y="1595695"/>
                </a:cubicBezTo>
                <a:cubicBezTo>
                  <a:pt x="5109324" y="1842214"/>
                  <a:pt x="5055969" y="1894130"/>
                  <a:pt x="5082988" y="2102179"/>
                </a:cubicBezTo>
                <a:cubicBezTo>
                  <a:pt x="5110007" y="2310228"/>
                  <a:pt x="5074216" y="2379700"/>
                  <a:pt x="5082988" y="2532417"/>
                </a:cubicBezTo>
                <a:cubicBezTo>
                  <a:pt x="5091760" y="2685134"/>
                  <a:pt x="5069518" y="2869899"/>
                  <a:pt x="5082988" y="3115146"/>
                </a:cubicBezTo>
                <a:cubicBezTo>
                  <a:pt x="5096458" y="3360393"/>
                  <a:pt x="5023950" y="3599832"/>
                  <a:pt x="5082988" y="3812241"/>
                </a:cubicBezTo>
                <a:cubicBezTo>
                  <a:pt x="4916518" y="3875523"/>
                  <a:pt x="4672813" y="3806854"/>
                  <a:pt x="4416552" y="3812241"/>
                </a:cubicBezTo>
                <a:cubicBezTo>
                  <a:pt x="4160291" y="3817628"/>
                  <a:pt x="4016512" y="3780386"/>
                  <a:pt x="3800945" y="3812241"/>
                </a:cubicBezTo>
                <a:cubicBezTo>
                  <a:pt x="3585378" y="3844096"/>
                  <a:pt x="3545556" y="3802228"/>
                  <a:pt x="3337829" y="3812241"/>
                </a:cubicBezTo>
                <a:cubicBezTo>
                  <a:pt x="3130102" y="3822254"/>
                  <a:pt x="3009695" y="3794462"/>
                  <a:pt x="2823882" y="3812241"/>
                </a:cubicBezTo>
                <a:cubicBezTo>
                  <a:pt x="2638069" y="3830020"/>
                  <a:pt x="2514602" y="3795288"/>
                  <a:pt x="2360766" y="3812241"/>
                </a:cubicBezTo>
                <a:cubicBezTo>
                  <a:pt x="2206930" y="3829194"/>
                  <a:pt x="1937530" y="3773923"/>
                  <a:pt x="1745159" y="3812241"/>
                </a:cubicBezTo>
                <a:cubicBezTo>
                  <a:pt x="1552788" y="3850559"/>
                  <a:pt x="1469533" y="3793759"/>
                  <a:pt x="1282043" y="3812241"/>
                </a:cubicBezTo>
                <a:cubicBezTo>
                  <a:pt x="1094553" y="3830723"/>
                  <a:pt x="967706" y="3777001"/>
                  <a:pt x="869756" y="3812241"/>
                </a:cubicBezTo>
                <a:cubicBezTo>
                  <a:pt x="771806" y="3847481"/>
                  <a:pt x="228642" y="3770405"/>
                  <a:pt x="0" y="3812241"/>
                </a:cubicBezTo>
                <a:cubicBezTo>
                  <a:pt x="-16613" y="3637059"/>
                  <a:pt x="50060" y="3571412"/>
                  <a:pt x="0" y="3343880"/>
                </a:cubicBezTo>
                <a:cubicBezTo>
                  <a:pt x="-50060" y="3116348"/>
                  <a:pt x="50181" y="2985126"/>
                  <a:pt x="0" y="2799274"/>
                </a:cubicBezTo>
                <a:cubicBezTo>
                  <a:pt x="-50181" y="2613422"/>
                  <a:pt x="37530" y="2455431"/>
                  <a:pt x="0" y="2292791"/>
                </a:cubicBezTo>
                <a:cubicBezTo>
                  <a:pt x="-37530" y="2130151"/>
                  <a:pt x="47134" y="1996958"/>
                  <a:pt x="0" y="1862552"/>
                </a:cubicBezTo>
                <a:cubicBezTo>
                  <a:pt x="-47134" y="1728146"/>
                  <a:pt x="11562" y="1518082"/>
                  <a:pt x="0" y="1356069"/>
                </a:cubicBezTo>
                <a:cubicBezTo>
                  <a:pt x="-11562" y="1194056"/>
                  <a:pt x="29065" y="1053250"/>
                  <a:pt x="0" y="849585"/>
                </a:cubicBezTo>
                <a:cubicBezTo>
                  <a:pt x="-29065" y="645920"/>
                  <a:pt x="40907" y="348099"/>
                  <a:pt x="0" y="0"/>
                </a:cubicBezTo>
                <a:close/>
              </a:path>
            </a:pathLst>
          </a:custGeom>
          <a:ln w="228600" cap="sq" cmpd="thickThin">
            <a:solidFill>
              <a:srgbClr val="000000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1473345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2A603-D611-4CCA-9DE9-C8EFD34F7E20}"/>
              </a:ext>
            </a:extLst>
          </p:cNvPr>
          <p:cNvSpPr txBox="1"/>
          <p:nvPr/>
        </p:nvSpPr>
        <p:spPr>
          <a:xfrm>
            <a:off x="242047" y="412376"/>
            <a:ext cx="5558119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Book Antiqua" panose="020406020503050303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Vehicle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Customer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Rent Vehicle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Return Vehicle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Rental History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Notes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Automatic Save &amp; 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Book Antiqua" panose="02040602050305030304" pitchFamily="18" charset="0"/>
              </a:rPr>
              <a:t>Exception Handling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033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24135C-1D64-425E-BFDB-6B663A54BC79}"/>
              </a:ext>
            </a:extLst>
          </p:cNvPr>
          <p:cNvSpPr txBox="1"/>
          <p:nvPr/>
        </p:nvSpPr>
        <p:spPr>
          <a:xfrm>
            <a:off x="573741" y="582706"/>
            <a:ext cx="4141693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Book Antiqua" panose="02040602050305030304" pitchFamily="18" charset="0"/>
              </a:rPr>
              <a:t>OOP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Class &amp; Object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Encapsulation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Inheritance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Polymorphism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Constructor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Destructor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Friend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Dynamic Memory Allocation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File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Book Antiqua" panose="02040602050305030304" pitchFamily="18" charset="0"/>
              </a:rPr>
              <a:t>Exception Handling</a:t>
            </a:r>
          </a:p>
          <a:p>
            <a:endParaRPr lang="en-US" dirty="0"/>
          </a:p>
        </p:txBody>
      </p:sp>
      <p:pic>
        <p:nvPicPr>
          <p:cNvPr id="5126" name="Picture 6" descr="OOPs (Object-Oriented Programming) Concepts in C++ - Tpoint Tech">
            <a:extLst>
              <a:ext uri="{FF2B5EF4-FFF2-40B4-BE49-F238E27FC236}">
                <a16:creationId xmlns:a16="http://schemas.microsoft.com/office/drawing/2014/main" id="{4B0839EB-5EA9-4C60-87D5-38FAD6CDE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8131" y="661988"/>
            <a:ext cx="5238750" cy="5229225"/>
          </a:xfrm>
          <a:prstGeom prst="rect">
            <a:avLst/>
          </a:prstGeom>
          <a:ln w="228600" cap="sq" cmpd="thickThin">
            <a:solidFill>
              <a:schemeClr val="tx1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32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9F2194-D08F-4F08-BC7D-E7E0EB646BBB}"/>
              </a:ext>
            </a:extLst>
          </p:cNvPr>
          <p:cNvSpPr txBox="1"/>
          <p:nvPr/>
        </p:nvSpPr>
        <p:spPr>
          <a:xfrm>
            <a:off x="107576" y="161365"/>
            <a:ext cx="1188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>
                <a:latin typeface="Bookman Old Style" panose="02050604050505020204" pitchFamily="18" charset="0"/>
              </a:rPr>
              <a:t>Class &amp; Object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5B184F5-C452-4762-92ED-69B1501D2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76" y="735434"/>
            <a:ext cx="117679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The project is divided into multiple classes to represent real-world entities such as Vehicle, Customer,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</a:rPr>
              <a:t>Person, and Rental. Objects of these classes are used to store and manage all system data efficiently.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0B6291-E27A-4A54-ACCE-BDA73CDA9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359" y="4587189"/>
            <a:ext cx="1770022" cy="1942988"/>
          </a:xfrm>
          <a:prstGeom prst="rect">
            <a:avLst/>
          </a:prstGeom>
          <a:ln w="28575">
            <a:solidFill>
              <a:schemeClr val="tx1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DB7D08B-1167-4886-92F5-E851DAA58A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74" y="1858048"/>
            <a:ext cx="2824060" cy="4264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9939D6F-E7FF-44E6-8DB3-989AB36FE9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744" y="1694582"/>
            <a:ext cx="2855126" cy="25797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35FAF0C-EC46-4DA3-8754-8BD96C05C5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263" y="1573446"/>
            <a:ext cx="3299746" cy="45495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A1792BB-21F5-4931-9AC8-7B221BF492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3307" y="4587189"/>
            <a:ext cx="2362405" cy="16384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0836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EBF95-6405-4767-A3E6-623D85D0D4D1}"/>
              </a:ext>
            </a:extLst>
          </p:cNvPr>
          <p:cNvSpPr txBox="1"/>
          <p:nvPr/>
        </p:nvSpPr>
        <p:spPr>
          <a:xfrm>
            <a:off x="125506" y="251012"/>
            <a:ext cx="577327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2. Encapsulation</a:t>
            </a:r>
          </a:p>
          <a:p>
            <a:r>
              <a:rPr lang="en-US" dirty="0">
                <a:latin typeface="Bookman Old Style" panose="02050604050505020204" pitchFamily="18" charset="0"/>
              </a:rPr>
              <a:t>Encapsulation is used to protect vehicle information by keeping data members private. The data can only be accessed or modified through public getter and setter functions, ensuring data security.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222967-F80A-486E-8F25-8B3812575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25" y="2999293"/>
            <a:ext cx="1948780" cy="1832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86A1F8-5DD3-474B-95EC-C4CCD7F9E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533" y="2171764"/>
            <a:ext cx="2591025" cy="44352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7CAC06-7C98-4A0A-8AC9-9EC9FB7D7E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099" y="2095361"/>
            <a:ext cx="3461419" cy="19950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A98B38-ACAE-4DC2-BFC1-F60F898FA06A}"/>
              </a:ext>
            </a:extLst>
          </p:cNvPr>
          <p:cNvSpPr txBox="1"/>
          <p:nvPr/>
        </p:nvSpPr>
        <p:spPr>
          <a:xfrm>
            <a:off x="5647766" y="251012"/>
            <a:ext cx="631011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3. Polymorphism</a:t>
            </a:r>
          </a:p>
          <a:p>
            <a:r>
              <a:rPr lang="en-US" sz="2000" dirty="0">
                <a:latin typeface="Bookman Old Style" panose="02050604050505020204" pitchFamily="18" charset="0"/>
              </a:rPr>
              <a:t>Polymorphism is used through function overriding. The Customer class provides its own implementation of the </a:t>
            </a:r>
            <a:r>
              <a:rPr lang="en-US" sz="2000" dirty="0" err="1">
                <a:latin typeface="Bookman Old Style" panose="02050604050505020204" pitchFamily="18" charset="0"/>
              </a:rPr>
              <a:t>displayinfo</a:t>
            </a:r>
            <a:r>
              <a:rPr lang="en-US" sz="2000" dirty="0">
                <a:latin typeface="Bookman Old Style" panose="02050604050505020204" pitchFamily="18" charset="0"/>
              </a:rPr>
              <a:t>() function to display customer-specific information.</a:t>
            </a:r>
            <a:endParaRPr lang="en-US" sz="2000" b="1" dirty="0">
              <a:latin typeface="Bookman Old Style" panose="02050604050505020204" pitchFamily="18" charset="0"/>
            </a:endParaRPr>
          </a:p>
          <a:p>
            <a:endParaRPr lang="en-US" sz="2800" b="1" dirty="0">
              <a:latin typeface="Bookman Old Style" panose="02050604050505020204" pitchFamily="18" charset="0"/>
            </a:endParaRP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6BEF1461-B6FC-4F65-81FB-9A010E45B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62151"/>
            <a:ext cx="552225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                                                                                                  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443B6E-013B-4749-A68E-DDABFDED1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6799" y="4280575"/>
            <a:ext cx="3670017" cy="2250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EC716FA-E56A-4B76-8EE0-6B8044C37037}"/>
              </a:ext>
            </a:extLst>
          </p:cNvPr>
          <p:cNvCxnSpPr>
            <a:cxnSpLocks/>
          </p:cNvCxnSpPr>
          <p:nvPr/>
        </p:nvCxnSpPr>
        <p:spPr>
          <a:xfrm>
            <a:off x="1479176" y="2114573"/>
            <a:ext cx="0" cy="8079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201E29C-E056-4300-94F3-8EB2889C6662}"/>
              </a:ext>
            </a:extLst>
          </p:cNvPr>
          <p:cNvCxnSpPr>
            <a:cxnSpLocks/>
          </p:cNvCxnSpPr>
          <p:nvPr/>
        </p:nvCxnSpPr>
        <p:spPr>
          <a:xfrm flipH="1">
            <a:off x="10291483" y="1640541"/>
            <a:ext cx="708211" cy="10040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52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76A2FD-C886-4E07-9323-CB6FC667EFEF}"/>
              </a:ext>
            </a:extLst>
          </p:cNvPr>
          <p:cNvSpPr txBox="1"/>
          <p:nvPr/>
        </p:nvSpPr>
        <p:spPr>
          <a:xfrm>
            <a:off x="152400" y="286871"/>
            <a:ext cx="5943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4.inheritance:-</a:t>
            </a:r>
            <a:r>
              <a:rPr lang="en-US" sz="2800" dirty="0"/>
              <a:t> </a:t>
            </a:r>
            <a:endParaRPr lang="en-US" sz="2800" b="1" dirty="0">
              <a:latin typeface="Bookman Old Style" panose="02050604050505020204" pitchFamily="18" charset="0"/>
            </a:endParaRPr>
          </a:p>
          <a:p>
            <a:r>
              <a:rPr lang="en-US" dirty="0">
                <a:latin typeface="Bookman Old Style" panose="02050604050505020204" pitchFamily="18" charset="0"/>
              </a:rPr>
              <a:t>The Customer class inherits common properties such as ID and Name from the Person class. This reduces code duplication and improves code reusability.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4BE73D-B6E8-4FA8-AAE4-4040DA789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73" y="1990418"/>
            <a:ext cx="3603679" cy="25352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0936DB-F1BE-4691-9864-A6803BC134FE}"/>
              </a:ext>
            </a:extLst>
          </p:cNvPr>
          <p:cNvSpPr txBox="1"/>
          <p:nvPr/>
        </p:nvSpPr>
        <p:spPr>
          <a:xfrm>
            <a:off x="6096000" y="268689"/>
            <a:ext cx="572831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5. Constructor:-</a:t>
            </a:r>
          </a:p>
          <a:p>
            <a:r>
              <a:rPr lang="en-US" dirty="0">
                <a:latin typeface="Bookman Old Style" panose="02050604050505020204" pitchFamily="18" charset="0"/>
              </a:rPr>
              <a:t>Constructors automatically initialize object data when a new vehicle, customer, or rental object is created, reducing manual initialization</a:t>
            </a:r>
            <a:r>
              <a:rPr lang="en-US" dirty="0"/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68AE6C-2B1F-4ACF-B35B-0BEBFF9E10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2111" y="3567406"/>
            <a:ext cx="2534242" cy="13542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033562-E769-494F-AB63-257196BF0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917" y="1785239"/>
            <a:ext cx="4996762" cy="15537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4DA62A-FEC9-4DD7-9275-74CE3ECE065D}"/>
              </a:ext>
            </a:extLst>
          </p:cNvPr>
          <p:cNvSpPr txBox="1"/>
          <p:nvPr/>
        </p:nvSpPr>
        <p:spPr>
          <a:xfrm>
            <a:off x="269073" y="4921624"/>
            <a:ext cx="614069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6. Destructor:-</a:t>
            </a:r>
          </a:p>
          <a:p>
            <a:r>
              <a:rPr lang="en-US" dirty="0">
                <a:latin typeface="Bookman Old Style" panose="02050604050505020204" pitchFamily="18" charset="0"/>
              </a:rPr>
              <a:t>A destructor is included to demonstrate object destruction after program execution. It follows the Object-Oriented Programming principle.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A00056-F16D-423A-AAE7-1C91FDFA0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157" y="5205343"/>
            <a:ext cx="2445643" cy="1449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37C1A0F-25B1-4919-9998-0D754D43173D}"/>
              </a:ext>
            </a:extLst>
          </p:cNvPr>
          <p:cNvCxnSpPr>
            <a:cxnSpLocks/>
          </p:cNvCxnSpPr>
          <p:nvPr/>
        </p:nvCxnSpPr>
        <p:spPr>
          <a:xfrm>
            <a:off x="3433482" y="1622906"/>
            <a:ext cx="0" cy="29518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24C55-051F-4463-BA3F-CE0BA02B71F7}"/>
              </a:ext>
            </a:extLst>
          </p:cNvPr>
          <p:cNvCxnSpPr>
            <a:cxnSpLocks/>
          </p:cNvCxnSpPr>
          <p:nvPr/>
        </p:nvCxnSpPr>
        <p:spPr>
          <a:xfrm>
            <a:off x="10892118" y="1308847"/>
            <a:ext cx="0" cy="43920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38E53E-889C-436F-A1D7-0451D4A778D8}"/>
              </a:ext>
            </a:extLst>
          </p:cNvPr>
          <p:cNvCxnSpPr>
            <a:cxnSpLocks/>
          </p:cNvCxnSpPr>
          <p:nvPr/>
        </p:nvCxnSpPr>
        <p:spPr>
          <a:xfrm>
            <a:off x="5638800" y="5602941"/>
            <a:ext cx="1272988" cy="7171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507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79665D-BCE0-449E-809C-299191386B27}"/>
              </a:ext>
            </a:extLst>
          </p:cNvPr>
          <p:cNvSpPr txBox="1"/>
          <p:nvPr/>
        </p:nvSpPr>
        <p:spPr>
          <a:xfrm>
            <a:off x="242048" y="242047"/>
            <a:ext cx="50292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7. Friend Function:-</a:t>
            </a:r>
          </a:p>
          <a:p>
            <a:r>
              <a:rPr lang="en-US" dirty="0">
                <a:latin typeface="Bookman Old Style" panose="02050604050505020204" pitchFamily="18" charset="0"/>
              </a:rPr>
              <a:t>The friend function is used to access the private data members of the Vehicle class directly and display complete vehicle information.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BE448-A724-4CD9-A666-F5F7BAD40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151" y="159120"/>
            <a:ext cx="5421365" cy="1780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024E59-CFC1-44B6-A544-140B3065F3E5}"/>
              </a:ext>
            </a:extLst>
          </p:cNvPr>
          <p:cNvSpPr txBox="1"/>
          <p:nvPr/>
        </p:nvSpPr>
        <p:spPr>
          <a:xfrm>
            <a:off x="134476" y="1864750"/>
            <a:ext cx="6033244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8. Dynamic Memory Allocation</a:t>
            </a:r>
          </a:p>
          <a:p>
            <a:r>
              <a:rPr lang="en-US" dirty="0">
                <a:latin typeface="Bookman Old Style" panose="02050604050505020204" pitchFamily="18" charset="0"/>
              </a:rPr>
              <a:t>Dynamic memory allocation is demonstrated using the </a:t>
            </a:r>
            <a:r>
              <a:rPr lang="en-US" b="1" dirty="0">
                <a:highlight>
                  <a:srgbClr val="C0C0C0"/>
                </a:highlight>
                <a:latin typeface="Bookman Old Style" panose="02050604050505020204" pitchFamily="18" charset="0"/>
              </a:rPr>
              <a:t>new</a:t>
            </a:r>
            <a:r>
              <a:rPr lang="en-US" dirty="0">
                <a:latin typeface="Bookman Old Style" panose="02050604050505020204" pitchFamily="18" charset="0"/>
              </a:rPr>
              <a:t> and </a:t>
            </a:r>
            <a:r>
              <a:rPr lang="en-US" b="1" dirty="0">
                <a:highlight>
                  <a:srgbClr val="C0C0C0"/>
                </a:highlight>
                <a:latin typeface="Bookman Old Style" panose="02050604050505020204" pitchFamily="18" charset="0"/>
              </a:rPr>
              <a:t>delete</a:t>
            </a:r>
            <a:r>
              <a:rPr lang="en-US" dirty="0">
                <a:latin typeface="Bookman Old Style" panose="02050604050505020204" pitchFamily="18" charset="0"/>
              </a:rPr>
              <a:t> operators to create and release objects dynamically during program execution.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23804E1-3ACC-4FB2-89D6-2499450ECF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150" y="2100555"/>
            <a:ext cx="5421365" cy="15230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7F3DEA-9B8F-41EC-B5EB-AA60ED9597D8}"/>
              </a:ext>
            </a:extLst>
          </p:cNvPr>
          <p:cNvSpPr txBox="1"/>
          <p:nvPr/>
        </p:nvSpPr>
        <p:spPr>
          <a:xfrm>
            <a:off x="89650" y="3322282"/>
            <a:ext cx="58270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9. Exception Handling</a:t>
            </a:r>
          </a:p>
          <a:p>
            <a:r>
              <a:rPr lang="en-US" dirty="0">
                <a:latin typeface="Bookman Old Style" panose="02050604050505020204" pitchFamily="18" charset="0"/>
              </a:rPr>
              <a:t>Exception handling is used in the rental process to detect invalid Customer ID, Vehicle ID, or rental days and display appropriate error messages without crashing the program</a:t>
            </a:r>
            <a:r>
              <a:rPr lang="en-US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7272D9A-783F-4EFB-BA45-49E4B5282C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532" y="3856558"/>
            <a:ext cx="5562599" cy="2842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DE1CE9-D211-4C9B-8FD1-636824C86D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8" y="5160128"/>
            <a:ext cx="5349704" cy="15387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CCC8C1-9888-4C47-AB56-8A31D7347986}"/>
              </a:ext>
            </a:extLst>
          </p:cNvPr>
          <p:cNvCxnSpPr>
            <a:cxnSpLocks/>
          </p:cNvCxnSpPr>
          <p:nvPr/>
        </p:nvCxnSpPr>
        <p:spPr>
          <a:xfrm>
            <a:off x="5163993" y="1129022"/>
            <a:ext cx="1150539" cy="2335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30465D5-BFFE-49F1-88BF-862757A36980}"/>
              </a:ext>
            </a:extLst>
          </p:cNvPr>
          <p:cNvCxnSpPr>
            <a:cxnSpLocks/>
          </p:cNvCxnSpPr>
          <p:nvPr/>
        </p:nvCxnSpPr>
        <p:spPr>
          <a:xfrm>
            <a:off x="5576369" y="3106463"/>
            <a:ext cx="779607" cy="918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62B80C-D188-4281-B2FE-97BA78821FDD}"/>
              </a:ext>
            </a:extLst>
          </p:cNvPr>
          <p:cNvCxnSpPr>
            <a:cxnSpLocks/>
          </p:cNvCxnSpPr>
          <p:nvPr/>
        </p:nvCxnSpPr>
        <p:spPr>
          <a:xfrm>
            <a:off x="4907323" y="4553540"/>
            <a:ext cx="1260397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65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5F9500F-F398-44EB-9E16-D89226A7C035}"/>
              </a:ext>
            </a:extLst>
          </p:cNvPr>
          <p:cNvSpPr txBox="1"/>
          <p:nvPr/>
        </p:nvSpPr>
        <p:spPr>
          <a:xfrm>
            <a:off x="170329" y="251012"/>
            <a:ext cx="606910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10. File Handling</a:t>
            </a:r>
          </a:p>
          <a:p>
            <a:r>
              <a:rPr lang="en-US" dirty="0">
                <a:latin typeface="Bookman Old Style" panose="02050604050505020204" pitchFamily="18" charset="0"/>
              </a:rPr>
              <a:t>File handling is used to permanently store vehicle, customer, rental, and notes information. All saved data is automatically loaded when the program starts.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067184-BF9C-459B-9FC5-01A75B66E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88" y="1859317"/>
            <a:ext cx="4176181" cy="41828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A1422B-652A-4B28-990B-014456DB124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302"/>
          <a:stretch/>
        </p:blipFill>
        <p:spPr>
          <a:xfrm>
            <a:off x="4779349" y="1882228"/>
            <a:ext cx="2700771" cy="41599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A6C39ED-1F88-438E-BB91-A68617C1D5D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41"/>
          <a:stretch/>
        </p:blipFill>
        <p:spPr>
          <a:xfrm>
            <a:off x="7850169" y="1882228"/>
            <a:ext cx="3866701" cy="42828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59CD58-A887-4CAB-B814-7E9441B82DCC}"/>
              </a:ext>
            </a:extLst>
          </p:cNvPr>
          <p:cNvCxnSpPr>
            <a:cxnSpLocks/>
          </p:cNvCxnSpPr>
          <p:nvPr/>
        </p:nvCxnSpPr>
        <p:spPr>
          <a:xfrm>
            <a:off x="5970815" y="1066620"/>
            <a:ext cx="914079" cy="52909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118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192CE3-412D-46B8-A9A4-5CFC17198E27}"/>
              </a:ext>
            </a:extLst>
          </p:cNvPr>
          <p:cNvSpPr txBox="1"/>
          <p:nvPr/>
        </p:nvSpPr>
        <p:spPr>
          <a:xfrm>
            <a:off x="403412" y="120017"/>
            <a:ext cx="11412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Book Antiqua" panose="02040602050305030304" pitchFamily="18" charset="0"/>
              </a:rPr>
              <a:t>Class Diagram</a:t>
            </a:r>
          </a:p>
          <a:p>
            <a:endParaRPr lang="en-US" sz="3600" dirty="0">
              <a:latin typeface="Book Antiqua" panose="02040602050305030304" pitchFamily="18" charset="0"/>
            </a:endParaRPr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5FC5D48-16F8-473A-B8BA-79ABFD572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599470"/>
              </p:ext>
            </p:extLst>
          </p:nvPr>
        </p:nvGraphicFramePr>
        <p:xfrm>
          <a:off x="671777" y="1346560"/>
          <a:ext cx="3100704" cy="1047998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3100704">
                  <a:extLst>
                    <a:ext uri="{9D8B030D-6E8A-4147-A177-3AD203B41FA5}">
                      <a16:colId xmlns:a16="http://schemas.microsoft.com/office/drawing/2014/main" val="3331106960"/>
                    </a:ext>
                  </a:extLst>
                </a:gridCol>
              </a:tblGrid>
              <a:tr h="2654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b="0" cap="none" spc="0" dirty="0">
                          <a:ln w="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person</a:t>
                      </a:r>
                      <a:endParaRPr lang="en-US" sz="1200" b="0" cap="none" spc="0" dirty="0">
                        <a:ln w="0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666634"/>
                  </a:ext>
                </a:extLst>
              </a:tr>
              <a:tr h="5277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b="0" cap="none" spc="0" dirty="0">
                          <a:ln w="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id</a:t>
                      </a:r>
                    </a:p>
                    <a:p>
                      <a:pPr marL="0" marR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b="0" cap="none" spc="0" dirty="0">
                          <a:ln w="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name</a:t>
                      </a:r>
                      <a:endParaRPr lang="en-US" sz="1200" b="0" cap="none" spc="0" dirty="0">
                        <a:ln w="0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 prst="cross"/>
                      <a:lightRig rig="flood" dir="t"/>
                    </a:cell3D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964468"/>
                  </a:ext>
                </a:extLst>
              </a:tr>
              <a:tr h="2547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b="0" cap="none" spc="0" dirty="0" err="1">
                          <a:ln w="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displayInfo</a:t>
                      </a:r>
                      <a:r>
                        <a:rPr lang="en-US" sz="1200" b="0" cap="none" spc="0" dirty="0">
                          <a:ln w="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</a:rPr>
                        <a:t>()</a:t>
                      </a:r>
                      <a:endParaRPr lang="en-US" sz="1200" b="0" cap="none" spc="0" dirty="0">
                        <a:ln w="0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cell3D prstMaterial="dkEdge">
                      <a:bevel prst="cross"/>
                      <a:lightRig rig="flood" dir="t"/>
                    </a:cell3D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9511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521E71-E107-47DE-B2F5-A383B204D851}"/>
              </a:ext>
            </a:extLst>
          </p:cNvPr>
          <p:cNvCxnSpPr/>
          <p:nvPr/>
        </p:nvCxnSpPr>
        <p:spPr>
          <a:xfrm>
            <a:off x="690452" y="1596448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193ACB-CAC9-4E4D-8F1D-AC2766C70301}"/>
              </a:ext>
            </a:extLst>
          </p:cNvPr>
          <p:cNvCxnSpPr/>
          <p:nvPr/>
        </p:nvCxnSpPr>
        <p:spPr>
          <a:xfrm>
            <a:off x="690452" y="2125367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DB3F16-A231-4343-B63B-D90A7D885BC0}"/>
              </a:ext>
            </a:extLst>
          </p:cNvPr>
          <p:cNvCxnSpPr/>
          <p:nvPr/>
        </p:nvCxnSpPr>
        <p:spPr>
          <a:xfrm>
            <a:off x="671777" y="2394558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7EC097F-8D7D-42CF-A82E-CD7A247C28FC}"/>
              </a:ext>
            </a:extLst>
          </p:cNvPr>
          <p:cNvCxnSpPr/>
          <p:nvPr/>
        </p:nvCxnSpPr>
        <p:spPr>
          <a:xfrm>
            <a:off x="690452" y="1346560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42190DC-5999-4C2F-9D66-8714DC450EE7}"/>
              </a:ext>
            </a:extLst>
          </p:cNvPr>
          <p:cNvCxnSpPr>
            <a:cxnSpLocks/>
          </p:cNvCxnSpPr>
          <p:nvPr/>
        </p:nvCxnSpPr>
        <p:spPr>
          <a:xfrm>
            <a:off x="3744672" y="1346560"/>
            <a:ext cx="0" cy="10300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32EEAD-A34E-4549-8595-F433A42C9531}"/>
              </a:ext>
            </a:extLst>
          </p:cNvPr>
          <p:cNvCxnSpPr>
            <a:cxnSpLocks/>
          </p:cNvCxnSpPr>
          <p:nvPr/>
        </p:nvCxnSpPr>
        <p:spPr>
          <a:xfrm>
            <a:off x="689876" y="1355525"/>
            <a:ext cx="0" cy="10300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5B2368C-0577-449A-A63F-588F967C0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528861"/>
              </p:ext>
            </p:extLst>
          </p:nvPr>
        </p:nvGraphicFramePr>
        <p:xfrm>
          <a:off x="680740" y="3245809"/>
          <a:ext cx="3100701" cy="10534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0701">
                  <a:extLst>
                    <a:ext uri="{9D8B030D-6E8A-4147-A177-3AD203B41FA5}">
                      <a16:colId xmlns:a16="http://schemas.microsoft.com/office/drawing/2014/main" val="2181116489"/>
                    </a:ext>
                  </a:extLst>
                </a:gridCol>
              </a:tblGrid>
              <a:tr h="20029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603437746"/>
                  </a:ext>
                </a:extLst>
              </a:tr>
              <a:tr h="414887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phone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Address</a:t>
                      </a:r>
                      <a:endParaRPr lang="en-US" sz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63905829"/>
                  </a:ext>
                </a:extLst>
              </a:tr>
              <a:tr h="414887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inputCustomer</a:t>
                      </a: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200" dirty="0" err="1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displayInfo</a:t>
                      </a:r>
                      <a:r>
                        <a:rPr lang="en-US" sz="120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</a:t>
                      </a:r>
                      <a:endParaRPr lang="en-US" sz="120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cell3D prstMaterial="dkEdge">
                      <a:bevel w="25400" h="25400" prst="angle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11179819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A3B609-E24A-4F75-ACF8-08259091EBEC}"/>
              </a:ext>
            </a:extLst>
          </p:cNvPr>
          <p:cNvCxnSpPr/>
          <p:nvPr/>
        </p:nvCxnSpPr>
        <p:spPr>
          <a:xfrm>
            <a:off x="671777" y="3882448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F2A8584-DA1E-4B42-96AE-81E52B237D21}"/>
              </a:ext>
            </a:extLst>
          </p:cNvPr>
          <p:cNvCxnSpPr/>
          <p:nvPr/>
        </p:nvCxnSpPr>
        <p:spPr>
          <a:xfrm>
            <a:off x="671777" y="3471323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C251A4-2DD7-443B-8B50-70EA2F711977}"/>
              </a:ext>
            </a:extLst>
          </p:cNvPr>
          <p:cNvCxnSpPr/>
          <p:nvPr/>
        </p:nvCxnSpPr>
        <p:spPr>
          <a:xfrm>
            <a:off x="690452" y="3245809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DC200A-AACA-493C-921B-2793E3D6A63F}"/>
              </a:ext>
            </a:extLst>
          </p:cNvPr>
          <p:cNvCxnSpPr/>
          <p:nvPr/>
        </p:nvCxnSpPr>
        <p:spPr>
          <a:xfrm>
            <a:off x="671777" y="4311957"/>
            <a:ext cx="3100704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C84A4C1-3EE7-4CA0-86ED-9F3ECF3EE17C}"/>
              </a:ext>
            </a:extLst>
          </p:cNvPr>
          <p:cNvCxnSpPr>
            <a:cxnSpLocks/>
          </p:cNvCxnSpPr>
          <p:nvPr/>
        </p:nvCxnSpPr>
        <p:spPr>
          <a:xfrm>
            <a:off x="3781441" y="3245809"/>
            <a:ext cx="0" cy="107578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0B7C0E4-ABF1-4F6C-9273-D36BAE2A11AE}"/>
              </a:ext>
            </a:extLst>
          </p:cNvPr>
          <p:cNvCxnSpPr>
            <a:cxnSpLocks/>
          </p:cNvCxnSpPr>
          <p:nvPr/>
        </p:nvCxnSpPr>
        <p:spPr>
          <a:xfrm>
            <a:off x="689876" y="3245809"/>
            <a:ext cx="0" cy="103006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F12B4E4-E241-4559-9966-9852D2342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1021"/>
              </p:ext>
            </p:extLst>
          </p:nvPr>
        </p:nvGraphicFramePr>
        <p:xfrm>
          <a:off x="4415118" y="2671485"/>
          <a:ext cx="3805513" cy="3863785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805513">
                  <a:extLst>
                    <a:ext uri="{9D8B030D-6E8A-4147-A177-3AD203B41FA5}">
                      <a16:colId xmlns:a16="http://schemas.microsoft.com/office/drawing/2014/main" val="1508520002"/>
                    </a:ext>
                  </a:extLst>
                </a:gridCol>
              </a:tblGrid>
              <a:tr h="24491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Vehicle</a:t>
                      </a:r>
                      <a:endParaRPr lang="en-US" sz="1400" dirty="0">
                        <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118642"/>
                  </a:ext>
                </a:extLst>
              </a:tr>
              <a:tr h="1287928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vehicleID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vehicleName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brand  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 </a:t>
                      </a: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rentPerDay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 status                                             </a:t>
                      </a:r>
                      <a:endParaRPr lang="en-US" sz="1400" dirty="0">
                        <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923878"/>
                  </a:ext>
                </a:extLst>
              </a:tr>
              <a:tr h="2330946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inputVehicle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displayVehicle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getID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getName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getBrand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getRent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getStatus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setStatus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400" dirty="0" err="1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isAvailable</a:t>
                      </a:r>
                      <a:r>
                        <a:rPr lang="en-US" sz="1400" dirty="0">
                          <a:ln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</a:rPr>
                        <a:t>()   </a:t>
                      </a:r>
                      <a:endParaRPr lang="en-US" sz="1400" dirty="0">
                        <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Book Antiqua" panose="0204060205030503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804533"/>
                  </a:ext>
                </a:extLst>
              </a:tr>
            </a:tbl>
          </a:graphicData>
        </a:graphic>
      </p:graphicFrame>
      <p:sp>
        <p:nvSpPr>
          <p:cNvPr id="28" name="Rectangle 4">
            <a:extLst>
              <a:ext uri="{FF2B5EF4-FFF2-40B4-BE49-F238E27FC236}">
                <a16:creationId xmlns:a16="http://schemas.microsoft.com/office/drawing/2014/main" id="{4C5E5E75-D05C-45FA-8FF6-07C9D08D3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6416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9C4288C-6AE5-404A-8167-33E76D857487}"/>
              </a:ext>
            </a:extLst>
          </p:cNvPr>
          <p:cNvCxnSpPr/>
          <p:nvPr/>
        </p:nvCxnSpPr>
        <p:spPr>
          <a:xfrm>
            <a:off x="8220631" y="2671485"/>
            <a:ext cx="0" cy="38637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A064D83-D85E-4D58-A0DE-E520775A7E0A}"/>
              </a:ext>
            </a:extLst>
          </p:cNvPr>
          <p:cNvCxnSpPr/>
          <p:nvPr/>
        </p:nvCxnSpPr>
        <p:spPr>
          <a:xfrm>
            <a:off x="4424078" y="2671485"/>
            <a:ext cx="0" cy="3863785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4138330-AD79-49E9-9B0F-413B2D82D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575868"/>
              </p:ext>
            </p:extLst>
          </p:nvPr>
        </p:nvGraphicFramePr>
        <p:xfrm>
          <a:off x="8400846" y="435315"/>
          <a:ext cx="3621830" cy="3452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1830">
                  <a:extLst>
                    <a:ext uri="{9D8B030D-6E8A-4147-A177-3AD203B41FA5}">
                      <a16:colId xmlns:a16="http://schemas.microsoft.com/office/drawing/2014/main" val="3444178910"/>
                    </a:ext>
                  </a:extLst>
                </a:gridCol>
              </a:tblGrid>
              <a:tr h="7302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effectLst/>
                        </a:rPr>
                        <a:t>Rental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933388"/>
                  </a:ext>
                </a:extLst>
              </a:tr>
              <a:tr h="97155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rentalID</a:t>
                      </a:r>
                      <a:r>
                        <a:rPr lang="en-US" sz="1600" dirty="0">
                          <a:effectLst/>
                        </a:rPr>
                        <a:t>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customerID</a:t>
                      </a:r>
                      <a:r>
                        <a:rPr lang="en-US" sz="1600" dirty="0">
                          <a:effectLst/>
                        </a:rPr>
                        <a:t>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vehicleID</a:t>
                      </a:r>
                      <a:r>
                        <a:rPr lang="en-US" sz="1600" dirty="0">
                          <a:effectLst/>
                        </a:rPr>
                        <a:t>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totalDays</a:t>
                      </a:r>
                      <a:r>
                        <a:rPr lang="en-US" sz="1600" dirty="0">
                          <a:effectLst/>
                        </a:rPr>
                        <a:t>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totalBill</a:t>
                      </a:r>
                      <a:r>
                        <a:rPr lang="en-US" sz="1600" dirty="0">
                          <a:effectLst/>
                        </a:rPr>
                        <a:t>                                     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98044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displayRental</a:t>
                      </a:r>
                      <a:r>
                        <a:rPr lang="en-US" sz="1600" dirty="0">
                          <a:effectLst/>
                        </a:rPr>
                        <a:t>()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getRentalID</a:t>
                      </a:r>
                      <a:r>
                        <a:rPr lang="en-US" sz="1600" dirty="0">
                          <a:effectLst/>
                        </a:rPr>
                        <a:t>()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getCustomerID</a:t>
                      </a:r>
                      <a:r>
                        <a:rPr lang="en-US" sz="1600" dirty="0">
                          <a:effectLst/>
                        </a:rPr>
                        <a:t>()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getVehicleID</a:t>
                      </a:r>
                      <a:r>
                        <a:rPr lang="en-US" sz="1600" dirty="0">
                          <a:effectLst/>
                        </a:rPr>
                        <a:t>()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getDays</a:t>
                      </a:r>
                      <a:r>
                        <a:rPr lang="en-US" sz="1600" dirty="0">
                          <a:effectLst/>
                        </a:rPr>
                        <a:t>()                                          </a:t>
                      </a:r>
                    </a:p>
                    <a:p>
                      <a:pPr marL="0" marR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 err="1">
                          <a:effectLst/>
                        </a:rPr>
                        <a:t>getBill</a:t>
                      </a:r>
                      <a:r>
                        <a:rPr lang="en-US" sz="1600" dirty="0">
                          <a:effectLst/>
                        </a:rPr>
                        <a:t>()    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076326"/>
                  </a:ext>
                </a:extLst>
              </a:tr>
            </a:tbl>
          </a:graphicData>
        </a:graphic>
      </p:graphicFrame>
      <p:sp>
        <p:nvSpPr>
          <p:cNvPr id="38" name="Arrow: Bent-Up 37">
            <a:extLst>
              <a:ext uri="{FF2B5EF4-FFF2-40B4-BE49-F238E27FC236}">
                <a16:creationId xmlns:a16="http://schemas.microsoft.com/office/drawing/2014/main" id="{D9BA266A-C003-4AC7-A5CC-670497E5E5D1}"/>
              </a:ext>
            </a:extLst>
          </p:cNvPr>
          <p:cNvSpPr/>
          <p:nvPr/>
        </p:nvSpPr>
        <p:spPr>
          <a:xfrm rot="5603892">
            <a:off x="2450318" y="3993913"/>
            <a:ext cx="1426195" cy="2231435"/>
          </a:xfrm>
          <a:prstGeom prst="bentUpArrow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224B7641-5120-4C0E-8538-0C60DC8A7D2A}"/>
              </a:ext>
            </a:extLst>
          </p:cNvPr>
          <p:cNvSpPr/>
          <p:nvPr/>
        </p:nvSpPr>
        <p:spPr>
          <a:xfrm rot="5400000">
            <a:off x="1840861" y="2633530"/>
            <a:ext cx="751626" cy="418569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Bent-Up 39">
            <a:extLst>
              <a:ext uri="{FF2B5EF4-FFF2-40B4-BE49-F238E27FC236}">
                <a16:creationId xmlns:a16="http://schemas.microsoft.com/office/drawing/2014/main" id="{73C1EC3F-99D0-4FA9-B928-47CFD4CD485B}"/>
              </a:ext>
            </a:extLst>
          </p:cNvPr>
          <p:cNvSpPr/>
          <p:nvPr/>
        </p:nvSpPr>
        <p:spPr>
          <a:xfrm>
            <a:off x="8220631" y="3882448"/>
            <a:ext cx="2587268" cy="1547112"/>
          </a:xfrm>
          <a:prstGeom prst="bentUp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6194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EDD3FF-C9EC-46EC-B1D1-56D3F401DC16}"/>
              </a:ext>
            </a:extLst>
          </p:cNvPr>
          <p:cNvSpPr txBox="1"/>
          <p:nvPr/>
        </p:nvSpPr>
        <p:spPr>
          <a:xfrm>
            <a:off x="877078" y="139663"/>
            <a:ext cx="8705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Book Antiqua" panose="02040602050305030304" pitchFamily="18" charset="0"/>
              </a:rPr>
              <a:t>Program Flow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0B70E2-86EC-4FA2-81E7-8D77C226D024}"/>
              </a:ext>
            </a:extLst>
          </p:cNvPr>
          <p:cNvSpPr txBox="1"/>
          <p:nvPr/>
        </p:nvSpPr>
        <p:spPr>
          <a:xfrm>
            <a:off x="0" y="1194318"/>
            <a:ext cx="12064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                                                               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8D722B1-E7CD-4857-9CFF-3EE96DDB03E2}"/>
              </a:ext>
            </a:extLst>
          </p:cNvPr>
          <p:cNvSpPr/>
          <p:nvPr/>
        </p:nvSpPr>
        <p:spPr>
          <a:xfrm>
            <a:off x="3065106" y="1041138"/>
            <a:ext cx="1184988" cy="83042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tx1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>
                <a:ln>
                  <a:noFill/>
                </a:ln>
                <a:solidFill>
                  <a:srgbClr val="00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US" sz="180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5AF2F70-05AD-4CCB-95B8-CFC5D95ACA90}"/>
              </a:ext>
            </a:extLst>
          </p:cNvPr>
          <p:cNvSpPr/>
          <p:nvPr/>
        </p:nvSpPr>
        <p:spPr>
          <a:xfrm>
            <a:off x="2374641" y="2506043"/>
            <a:ext cx="2565918" cy="647704"/>
          </a:xfrm>
          <a:custGeom>
            <a:avLst/>
            <a:gdLst>
              <a:gd name="csX0" fmla="*/ 0 w 2565918"/>
              <a:gd name="csY0" fmla="*/ 0 h 647704"/>
              <a:gd name="csX1" fmla="*/ 641480 w 2565918"/>
              <a:gd name="csY1" fmla="*/ 0 h 647704"/>
              <a:gd name="csX2" fmla="*/ 1334277 w 2565918"/>
              <a:gd name="csY2" fmla="*/ 0 h 647704"/>
              <a:gd name="csX3" fmla="*/ 2565918 w 2565918"/>
              <a:gd name="csY3" fmla="*/ 0 h 647704"/>
              <a:gd name="csX4" fmla="*/ 2565918 w 2565918"/>
              <a:gd name="csY4" fmla="*/ 647704 h 647704"/>
              <a:gd name="csX5" fmla="*/ 1924439 w 2565918"/>
              <a:gd name="csY5" fmla="*/ 647704 h 647704"/>
              <a:gd name="csX6" fmla="*/ 1257300 w 2565918"/>
              <a:gd name="csY6" fmla="*/ 647704 h 647704"/>
              <a:gd name="csX7" fmla="*/ 564502 w 2565918"/>
              <a:gd name="csY7" fmla="*/ 647704 h 647704"/>
              <a:gd name="csX8" fmla="*/ 0 w 2565918"/>
              <a:gd name="csY8" fmla="*/ 647704 h 647704"/>
              <a:gd name="csX9" fmla="*/ 0 w 2565918"/>
              <a:gd name="csY9" fmla="*/ 0 h 647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65918" h="647704" fill="none" extrusionOk="0">
                <a:moveTo>
                  <a:pt x="0" y="0"/>
                </a:moveTo>
                <a:cubicBezTo>
                  <a:pt x="247918" y="-25514"/>
                  <a:pt x="341692" y="12531"/>
                  <a:pt x="641480" y="0"/>
                </a:cubicBezTo>
                <a:cubicBezTo>
                  <a:pt x="941268" y="-12531"/>
                  <a:pt x="1162292" y="32957"/>
                  <a:pt x="1334277" y="0"/>
                </a:cubicBezTo>
                <a:cubicBezTo>
                  <a:pt x="1506262" y="-32957"/>
                  <a:pt x="2239267" y="-61005"/>
                  <a:pt x="2565918" y="0"/>
                </a:cubicBezTo>
                <a:cubicBezTo>
                  <a:pt x="2583246" y="218880"/>
                  <a:pt x="2568595" y="333440"/>
                  <a:pt x="2565918" y="647704"/>
                </a:cubicBezTo>
                <a:cubicBezTo>
                  <a:pt x="2248009" y="634337"/>
                  <a:pt x="2105074" y="626983"/>
                  <a:pt x="1924439" y="647704"/>
                </a:cubicBezTo>
                <a:cubicBezTo>
                  <a:pt x="1743804" y="668425"/>
                  <a:pt x="1544945" y="651738"/>
                  <a:pt x="1257300" y="647704"/>
                </a:cubicBezTo>
                <a:cubicBezTo>
                  <a:pt x="969655" y="643670"/>
                  <a:pt x="735552" y="666927"/>
                  <a:pt x="564502" y="647704"/>
                </a:cubicBezTo>
                <a:cubicBezTo>
                  <a:pt x="393452" y="628481"/>
                  <a:pt x="252963" y="648564"/>
                  <a:pt x="0" y="647704"/>
                </a:cubicBezTo>
                <a:cubicBezTo>
                  <a:pt x="-19411" y="430493"/>
                  <a:pt x="-18944" y="235041"/>
                  <a:pt x="0" y="0"/>
                </a:cubicBezTo>
                <a:close/>
              </a:path>
              <a:path w="2565918" h="647704" stroke="0" extrusionOk="0">
                <a:moveTo>
                  <a:pt x="0" y="0"/>
                </a:moveTo>
                <a:cubicBezTo>
                  <a:pt x="203118" y="-1519"/>
                  <a:pt x="353670" y="8738"/>
                  <a:pt x="615820" y="0"/>
                </a:cubicBezTo>
                <a:cubicBezTo>
                  <a:pt x="877970" y="-8738"/>
                  <a:pt x="1079674" y="23794"/>
                  <a:pt x="1282959" y="0"/>
                </a:cubicBezTo>
                <a:cubicBezTo>
                  <a:pt x="1486244" y="-23794"/>
                  <a:pt x="1740411" y="24642"/>
                  <a:pt x="1873120" y="0"/>
                </a:cubicBezTo>
                <a:cubicBezTo>
                  <a:pt x="2005829" y="-24642"/>
                  <a:pt x="2268798" y="-17895"/>
                  <a:pt x="2565918" y="0"/>
                </a:cubicBezTo>
                <a:cubicBezTo>
                  <a:pt x="2592575" y="142567"/>
                  <a:pt x="2595205" y="373485"/>
                  <a:pt x="2565918" y="647704"/>
                </a:cubicBezTo>
                <a:cubicBezTo>
                  <a:pt x="2273523" y="648855"/>
                  <a:pt x="2119285" y="671561"/>
                  <a:pt x="1975757" y="647704"/>
                </a:cubicBezTo>
                <a:cubicBezTo>
                  <a:pt x="1832229" y="623847"/>
                  <a:pt x="1624932" y="656527"/>
                  <a:pt x="1385596" y="647704"/>
                </a:cubicBezTo>
                <a:cubicBezTo>
                  <a:pt x="1146260" y="638881"/>
                  <a:pt x="975089" y="626338"/>
                  <a:pt x="795435" y="647704"/>
                </a:cubicBezTo>
                <a:cubicBezTo>
                  <a:pt x="615781" y="669070"/>
                  <a:pt x="207323" y="673723"/>
                  <a:pt x="0" y="647704"/>
                </a:cubicBezTo>
                <a:cubicBezTo>
                  <a:pt x="2531" y="400890"/>
                  <a:pt x="12330" y="170575"/>
                  <a:pt x="0" y="0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182535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</a:rPr>
              <a:t>Welcome Screen</a:t>
            </a:r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6AEFCF7-676F-41BC-8336-488283FA5797}"/>
              </a:ext>
            </a:extLst>
          </p:cNvPr>
          <p:cNvSpPr/>
          <p:nvPr/>
        </p:nvSpPr>
        <p:spPr>
          <a:xfrm>
            <a:off x="2269671" y="3788228"/>
            <a:ext cx="2775857" cy="647704"/>
          </a:xfrm>
          <a:custGeom>
            <a:avLst/>
            <a:gdLst>
              <a:gd name="csX0" fmla="*/ 0 w 2775857"/>
              <a:gd name="csY0" fmla="*/ 0 h 647704"/>
              <a:gd name="csX1" fmla="*/ 749481 w 2775857"/>
              <a:gd name="csY1" fmla="*/ 0 h 647704"/>
              <a:gd name="csX2" fmla="*/ 1498963 w 2775857"/>
              <a:gd name="csY2" fmla="*/ 0 h 647704"/>
              <a:gd name="csX3" fmla="*/ 2137410 w 2775857"/>
              <a:gd name="csY3" fmla="*/ 0 h 647704"/>
              <a:gd name="csX4" fmla="*/ 2775857 w 2775857"/>
              <a:gd name="csY4" fmla="*/ 0 h 647704"/>
              <a:gd name="csX5" fmla="*/ 2775857 w 2775857"/>
              <a:gd name="csY5" fmla="*/ 647704 h 647704"/>
              <a:gd name="csX6" fmla="*/ 2165168 w 2775857"/>
              <a:gd name="csY6" fmla="*/ 647704 h 647704"/>
              <a:gd name="csX7" fmla="*/ 1471204 w 2775857"/>
              <a:gd name="csY7" fmla="*/ 647704 h 647704"/>
              <a:gd name="csX8" fmla="*/ 777240 w 2775857"/>
              <a:gd name="csY8" fmla="*/ 647704 h 647704"/>
              <a:gd name="csX9" fmla="*/ 0 w 2775857"/>
              <a:gd name="csY9" fmla="*/ 647704 h 647704"/>
              <a:gd name="csX10" fmla="*/ 0 w 2775857"/>
              <a:gd name="csY10" fmla="*/ 0 h 647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775857" h="647704" fill="none" extrusionOk="0">
                <a:moveTo>
                  <a:pt x="0" y="0"/>
                </a:moveTo>
                <a:cubicBezTo>
                  <a:pt x="334720" y="1120"/>
                  <a:pt x="471024" y="-6163"/>
                  <a:pt x="749481" y="0"/>
                </a:cubicBezTo>
                <a:cubicBezTo>
                  <a:pt x="1027938" y="6163"/>
                  <a:pt x="1334987" y="-8431"/>
                  <a:pt x="1498963" y="0"/>
                </a:cubicBezTo>
                <a:cubicBezTo>
                  <a:pt x="1662939" y="8431"/>
                  <a:pt x="1950182" y="-29849"/>
                  <a:pt x="2137410" y="0"/>
                </a:cubicBezTo>
                <a:cubicBezTo>
                  <a:pt x="2324638" y="29849"/>
                  <a:pt x="2642446" y="-6417"/>
                  <a:pt x="2775857" y="0"/>
                </a:cubicBezTo>
                <a:cubicBezTo>
                  <a:pt x="2769959" y="154660"/>
                  <a:pt x="2746276" y="368470"/>
                  <a:pt x="2775857" y="647704"/>
                </a:cubicBezTo>
                <a:cubicBezTo>
                  <a:pt x="2602607" y="665770"/>
                  <a:pt x="2363907" y="668175"/>
                  <a:pt x="2165168" y="647704"/>
                </a:cubicBezTo>
                <a:cubicBezTo>
                  <a:pt x="1966429" y="627233"/>
                  <a:pt x="1729515" y="615374"/>
                  <a:pt x="1471204" y="647704"/>
                </a:cubicBezTo>
                <a:cubicBezTo>
                  <a:pt x="1212893" y="680034"/>
                  <a:pt x="1072261" y="627323"/>
                  <a:pt x="777240" y="647704"/>
                </a:cubicBezTo>
                <a:cubicBezTo>
                  <a:pt x="482219" y="668085"/>
                  <a:pt x="229273" y="612091"/>
                  <a:pt x="0" y="647704"/>
                </a:cubicBezTo>
                <a:cubicBezTo>
                  <a:pt x="-19599" y="437729"/>
                  <a:pt x="-27915" y="315737"/>
                  <a:pt x="0" y="0"/>
                </a:cubicBezTo>
                <a:close/>
              </a:path>
              <a:path w="2775857" h="647704" stroke="0" extrusionOk="0">
                <a:moveTo>
                  <a:pt x="0" y="0"/>
                </a:moveTo>
                <a:cubicBezTo>
                  <a:pt x="156722" y="31679"/>
                  <a:pt x="539142" y="-17324"/>
                  <a:pt x="693964" y="0"/>
                </a:cubicBezTo>
                <a:cubicBezTo>
                  <a:pt x="848786" y="17324"/>
                  <a:pt x="1106847" y="31067"/>
                  <a:pt x="1387929" y="0"/>
                </a:cubicBezTo>
                <a:cubicBezTo>
                  <a:pt x="1669012" y="-31067"/>
                  <a:pt x="1747175" y="-7794"/>
                  <a:pt x="2026376" y="0"/>
                </a:cubicBezTo>
                <a:cubicBezTo>
                  <a:pt x="2305577" y="7794"/>
                  <a:pt x="2505959" y="-2885"/>
                  <a:pt x="2775857" y="0"/>
                </a:cubicBezTo>
                <a:cubicBezTo>
                  <a:pt x="2757854" y="170618"/>
                  <a:pt x="2803309" y="324978"/>
                  <a:pt x="2775857" y="647704"/>
                </a:cubicBezTo>
                <a:cubicBezTo>
                  <a:pt x="2507358" y="659769"/>
                  <a:pt x="2369494" y="652720"/>
                  <a:pt x="2165168" y="647704"/>
                </a:cubicBezTo>
                <a:cubicBezTo>
                  <a:pt x="1960842" y="642688"/>
                  <a:pt x="1753458" y="652439"/>
                  <a:pt x="1415687" y="647704"/>
                </a:cubicBezTo>
                <a:cubicBezTo>
                  <a:pt x="1077916" y="642969"/>
                  <a:pt x="1033362" y="659782"/>
                  <a:pt x="666206" y="647704"/>
                </a:cubicBezTo>
                <a:cubicBezTo>
                  <a:pt x="299050" y="635626"/>
                  <a:pt x="306635" y="619917"/>
                  <a:pt x="0" y="647704"/>
                </a:cubicBezTo>
                <a:cubicBezTo>
                  <a:pt x="-15544" y="379729"/>
                  <a:pt x="-7182" y="151076"/>
                  <a:pt x="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50066196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Load Saved Data   </a:t>
            </a:r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D8F94C53-3E5D-4CDE-94B3-1EF2A7EC2105}"/>
              </a:ext>
            </a:extLst>
          </p:cNvPr>
          <p:cNvSpPr/>
          <p:nvPr/>
        </p:nvSpPr>
        <p:spPr>
          <a:xfrm>
            <a:off x="2526262" y="5015978"/>
            <a:ext cx="2262673" cy="647704"/>
          </a:xfrm>
          <a:custGeom>
            <a:avLst/>
            <a:gdLst>
              <a:gd name="csX0" fmla="*/ 0 w 2262673"/>
              <a:gd name="csY0" fmla="*/ 107953 h 647704"/>
              <a:gd name="csX1" fmla="*/ 107953 w 2262673"/>
              <a:gd name="csY1" fmla="*/ 0 h 647704"/>
              <a:gd name="csX2" fmla="*/ 558242 w 2262673"/>
              <a:gd name="csY2" fmla="*/ 0 h 647704"/>
              <a:gd name="csX3" fmla="*/ 1028998 w 2262673"/>
              <a:gd name="csY3" fmla="*/ 0 h 647704"/>
              <a:gd name="csX4" fmla="*/ 1499755 w 2262673"/>
              <a:gd name="csY4" fmla="*/ 0 h 647704"/>
              <a:gd name="csX5" fmla="*/ 2154720 w 2262673"/>
              <a:gd name="csY5" fmla="*/ 0 h 647704"/>
              <a:gd name="csX6" fmla="*/ 2262673 w 2262673"/>
              <a:gd name="csY6" fmla="*/ 107953 h 647704"/>
              <a:gd name="csX7" fmla="*/ 2262673 w 2262673"/>
              <a:gd name="csY7" fmla="*/ 539751 h 647704"/>
              <a:gd name="csX8" fmla="*/ 2154720 w 2262673"/>
              <a:gd name="csY8" fmla="*/ 647704 h 647704"/>
              <a:gd name="csX9" fmla="*/ 1704431 w 2262673"/>
              <a:gd name="csY9" fmla="*/ 647704 h 647704"/>
              <a:gd name="csX10" fmla="*/ 1213207 w 2262673"/>
              <a:gd name="csY10" fmla="*/ 647704 h 647704"/>
              <a:gd name="csX11" fmla="*/ 660580 w 2262673"/>
              <a:gd name="csY11" fmla="*/ 647704 h 647704"/>
              <a:gd name="csX12" fmla="*/ 107953 w 2262673"/>
              <a:gd name="csY12" fmla="*/ 647704 h 647704"/>
              <a:gd name="csX13" fmla="*/ 0 w 2262673"/>
              <a:gd name="csY13" fmla="*/ 539751 h 647704"/>
              <a:gd name="csX14" fmla="*/ 0 w 2262673"/>
              <a:gd name="csY14" fmla="*/ 107953 h 647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262673" h="647704" fill="none" extrusionOk="0">
                <a:moveTo>
                  <a:pt x="0" y="107953"/>
                </a:moveTo>
                <a:cubicBezTo>
                  <a:pt x="1603" y="48225"/>
                  <a:pt x="56752" y="2959"/>
                  <a:pt x="107953" y="0"/>
                </a:cubicBezTo>
                <a:cubicBezTo>
                  <a:pt x="321050" y="-24725"/>
                  <a:pt x="408857" y="51297"/>
                  <a:pt x="558242" y="0"/>
                </a:cubicBezTo>
                <a:cubicBezTo>
                  <a:pt x="707627" y="-51297"/>
                  <a:pt x="910000" y="21713"/>
                  <a:pt x="1028998" y="0"/>
                </a:cubicBezTo>
                <a:cubicBezTo>
                  <a:pt x="1147996" y="-21713"/>
                  <a:pt x="1327203" y="26533"/>
                  <a:pt x="1499755" y="0"/>
                </a:cubicBezTo>
                <a:cubicBezTo>
                  <a:pt x="1672307" y="-26533"/>
                  <a:pt x="1935240" y="3963"/>
                  <a:pt x="2154720" y="0"/>
                </a:cubicBezTo>
                <a:cubicBezTo>
                  <a:pt x="2203954" y="2816"/>
                  <a:pt x="2270444" y="44050"/>
                  <a:pt x="2262673" y="107953"/>
                </a:cubicBezTo>
                <a:cubicBezTo>
                  <a:pt x="2282819" y="312401"/>
                  <a:pt x="2252590" y="443927"/>
                  <a:pt x="2262673" y="539751"/>
                </a:cubicBezTo>
                <a:cubicBezTo>
                  <a:pt x="2261519" y="589742"/>
                  <a:pt x="2214672" y="650088"/>
                  <a:pt x="2154720" y="647704"/>
                </a:cubicBezTo>
                <a:cubicBezTo>
                  <a:pt x="1993816" y="663296"/>
                  <a:pt x="1876369" y="631177"/>
                  <a:pt x="1704431" y="647704"/>
                </a:cubicBezTo>
                <a:cubicBezTo>
                  <a:pt x="1532493" y="664231"/>
                  <a:pt x="1387307" y="634430"/>
                  <a:pt x="1213207" y="647704"/>
                </a:cubicBezTo>
                <a:cubicBezTo>
                  <a:pt x="1039107" y="660978"/>
                  <a:pt x="862308" y="599491"/>
                  <a:pt x="660580" y="647704"/>
                </a:cubicBezTo>
                <a:cubicBezTo>
                  <a:pt x="458852" y="695917"/>
                  <a:pt x="337361" y="603870"/>
                  <a:pt x="107953" y="647704"/>
                </a:cubicBezTo>
                <a:cubicBezTo>
                  <a:pt x="51446" y="643686"/>
                  <a:pt x="2678" y="588416"/>
                  <a:pt x="0" y="539751"/>
                </a:cubicBezTo>
                <a:cubicBezTo>
                  <a:pt x="-39624" y="414257"/>
                  <a:pt x="20165" y="219398"/>
                  <a:pt x="0" y="107953"/>
                </a:cubicBezTo>
                <a:close/>
              </a:path>
              <a:path w="2262673" h="647704" stroke="0" extrusionOk="0">
                <a:moveTo>
                  <a:pt x="0" y="107953"/>
                </a:moveTo>
                <a:cubicBezTo>
                  <a:pt x="11457" y="55848"/>
                  <a:pt x="44990" y="-10663"/>
                  <a:pt x="107953" y="0"/>
                </a:cubicBezTo>
                <a:cubicBezTo>
                  <a:pt x="313306" y="-51411"/>
                  <a:pt x="442871" y="54173"/>
                  <a:pt x="599177" y="0"/>
                </a:cubicBezTo>
                <a:cubicBezTo>
                  <a:pt x="755483" y="-54173"/>
                  <a:pt x="992482" y="31001"/>
                  <a:pt x="1110869" y="0"/>
                </a:cubicBezTo>
                <a:cubicBezTo>
                  <a:pt x="1229256" y="-31001"/>
                  <a:pt x="1444016" y="51516"/>
                  <a:pt x="1581625" y="0"/>
                </a:cubicBezTo>
                <a:cubicBezTo>
                  <a:pt x="1719234" y="-51516"/>
                  <a:pt x="1922277" y="3133"/>
                  <a:pt x="2154720" y="0"/>
                </a:cubicBezTo>
                <a:cubicBezTo>
                  <a:pt x="2219728" y="-2708"/>
                  <a:pt x="2258961" y="50460"/>
                  <a:pt x="2262673" y="107953"/>
                </a:cubicBezTo>
                <a:cubicBezTo>
                  <a:pt x="2272825" y="321649"/>
                  <a:pt x="2215581" y="358907"/>
                  <a:pt x="2262673" y="539751"/>
                </a:cubicBezTo>
                <a:cubicBezTo>
                  <a:pt x="2263673" y="614053"/>
                  <a:pt x="2215379" y="648634"/>
                  <a:pt x="2154720" y="647704"/>
                </a:cubicBezTo>
                <a:cubicBezTo>
                  <a:pt x="2020935" y="690499"/>
                  <a:pt x="1862857" y="625018"/>
                  <a:pt x="1683964" y="647704"/>
                </a:cubicBezTo>
                <a:cubicBezTo>
                  <a:pt x="1505071" y="670390"/>
                  <a:pt x="1299918" y="597698"/>
                  <a:pt x="1192740" y="647704"/>
                </a:cubicBezTo>
                <a:cubicBezTo>
                  <a:pt x="1085562" y="697710"/>
                  <a:pt x="859759" y="637415"/>
                  <a:pt x="681048" y="647704"/>
                </a:cubicBezTo>
                <a:cubicBezTo>
                  <a:pt x="502337" y="657993"/>
                  <a:pt x="358774" y="638329"/>
                  <a:pt x="107953" y="647704"/>
                </a:cubicBezTo>
                <a:cubicBezTo>
                  <a:pt x="46466" y="647717"/>
                  <a:pt x="-9990" y="614158"/>
                  <a:pt x="0" y="539751"/>
                </a:cubicBezTo>
                <a:cubicBezTo>
                  <a:pt x="-40350" y="381923"/>
                  <a:pt x="6974" y="226296"/>
                  <a:pt x="0" y="10795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381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9084520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Menu</a:t>
            </a:r>
            <a:endParaRPr lang="en-US" sz="180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0BC7BCD-6777-49A3-B0E2-F54D1BE0A024}"/>
              </a:ext>
            </a:extLst>
          </p:cNvPr>
          <p:cNvSpPr/>
          <p:nvPr/>
        </p:nvSpPr>
        <p:spPr>
          <a:xfrm>
            <a:off x="7884367" y="2506043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97B2FC6-49E1-495C-A488-366F9730E2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215597"/>
              </p:ext>
            </p:extLst>
          </p:nvPr>
        </p:nvGraphicFramePr>
        <p:xfrm>
          <a:off x="6177146" y="787454"/>
          <a:ext cx="3897630" cy="72009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930275">
                  <a:extLst>
                    <a:ext uri="{9D8B030D-6E8A-4147-A177-3AD203B41FA5}">
                      <a16:colId xmlns:a16="http://schemas.microsoft.com/office/drawing/2014/main" val="86416555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228084833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28386529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4101494965"/>
                    </a:ext>
                  </a:extLst>
                </a:gridCol>
              </a:tblGrid>
              <a:tr h="7200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Vehicle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05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Rental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effectLst/>
                        </a:rPr>
                        <a:t>Return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cell3D prstMaterial="dkEdge">
                      <a:bevel/>
                      <a:lightRig rig="flood" dir="t"/>
                    </a:cell3D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25435"/>
                  </a:ext>
                </a:extLst>
              </a:tr>
            </a:tbl>
          </a:graphicData>
        </a:graphic>
      </p:graphicFrame>
      <p:sp>
        <p:nvSpPr>
          <p:cNvPr id="69" name="Text Box 19">
            <a:extLst>
              <a:ext uri="{FF2B5EF4-FFF2-40B4-BE49-F238E27FC236}">
                <a16:creationId xmlns:a16="http://schemas.microsoft.com/office/drawing/2014/main" id="{846848BA-2D18-4FF0-BF6A-1AEDB31AF1C4}"/>
              </a:ext>
            </a:extLst>
          </p:cNvPr>
          <p:cNvSpPr txBox="1"/>
          <p:nvPr/>
        </p:nvSpPr>
        <p:spPr>
          <a:xfrm>
            <a:off x="6855643" y="2072748"/>
            <a:ext cx="2540635" cy="509270"/>
          </a:xfrm>
          <a:custGeom>
            <a:avLst/>
            <a:gdLst>
              <a:gd name="csX0" fmla="*/ 0 w 2540635"/>
              <a:gd name="csY0" fmla="*/ 0 h 509270"/>
              <a:gd name="csX1" fmla="*/ 685971 w 2540635"/>
              <a:gd name="csY1" fmla="*/ 0 h 509270"/>
              <a:gd name="csX2" fmla="*/ 1295724 w 2540635"/>
              <a:gd name="csY2" fmla="*/ 0 h 509270"/>
              <a:gd name="csX3" fmla="*/ 1854664 w 2540635"/>
              <a:gd name="csY3" fmla="*/ 0 h 509270"/>
              <a:gd name="csX4" fmla="*/ 2540635 w 2540635"/>
              <a:gd name="csY4" fmla="*/ 0 h 509270"/>
              <a:gd name="csX5" fmla="*/ 2540635 w 2540635"/>
              <a:gd name="csY5" fmla="*/ 509270 h 509270"/>
              <a:gd name="csX6" fmla="*/ 1854664 w 2540635"/>
              <a:gd name="csY6" fmla="*/ 509270 h 509270"/>
              <a:gd name="csX7" fmla="*/ 1219505 w 2540635"/>
              <a:gd name="csY7" fmla="*/ 509270 h 509270"/>
              <a:gd name="csX8" fmla="*/ 0 w 2540635"/>
              <a:gd name="csY8" fmla="*/ 509270 h 509270"/>
              <a:gd name="csX9" fmla="*/ 0 w 2540635"/>
              <a:gd name="csY9" fmla="*/ 0 h 509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540635" h="509270" fill="none" extrusionOk="0">
                <a:moveTo>
                  <a:pt x="0" y="0"/>
                </a:moveTo>
                <a:cubicBezTo>
                  <a:pt x="207529" y="-10767"/>
                  <a:pt x="546406" y="-19992"/>
                  <a:pt x="685971" y="0"/>
                </a:cubicBezTo>
                <a:cubicBezTo>
                  <a:pt x="825536" y="19992"/>
                  <a:pt x="1013734" y="-8559"/>
                  <a:pt x="1295724" y="0"/>
                </a:cubicBezTo>
                <a:cubicBezTo>
                  <a:pt x="1577714" y="8559"/>
                  <a:pt x="1608212" y="-575"/>
                  <a:pt x="1854664" y="0"/>
                </a:cubicBezTo>
                <a:cubicBezTo>
                  <a:pt x="2101116" y="575"/>
                  <a:pt x="2296727" y="7168"/>
                  <a:pt x="2540635" y="0"/>
                </a:cubicBezTo>
                <a:cubicBezTo>
                  <a:pt x="2532768" y="110641"/>
                  <a:pt x="2554395" y="323183"/>
                  <a:pt x="2540635" y="509270"/>
                </a:cubicBezTo>
                <a:cubicBezTo>
                  <a:pt x="2398693" y="476084"/>
                  <a:pt x="2121518" y="524049"/>
                  <a:pt x="1854664" y="509270"/>
                </a:cubicBezTo>
                <a:cubicBezTo>
                  <a:pt x="1587810" y="494491"/>
                  <a:pt x="1532490" y="503570"/>
                  <a:pt x="1219505" y="509270"/>
                </a:cubicBezTo>
                <a:cubicBezTo>
                  <a:pt x="906520" y="514970"/>
                  <a:pt x="454760" y="488361"/>
                  <a:pt x="0" y="509270"/>
                </a:cubicBezTo>
                <a:cubicBezTo>
                  <a:pt x="-6100" y="266215"/>
                  <a:pt x="-19218" y="248020"/>
                  <a:pt x="0" y="0"/>
                </a:cubicBezTo>
                <a:close/>
              </a:path>
              <a:path w="2540635" h="509270" stroke="0" extrusionOk="0">
                <a:moveTo>
                  <a:pt x="0" y="0"/>
                </a:moveTo>
                <a:cubicBezTo>
                  <a:pt x="256808" y="27984"/>
                  <a:pt x="397041" y="-3000"/>
                  <a:pt x="584346" y="0"/>
                </a:cubicBezTo>
                <a:cubicBezTo>
                  <a:pt x="771651" y="3000"/>
                  <a:pt x="1075905" y="-13720"/>
                  <a:pt x="1270318" y="0"/>
                </a:cubicBezTo>
                <a:cubicBezTo>
                  <a:pt x="1464731" y="13720"/>
                  <a:pt x="1668796" y="11359"/>
                  <a:pt x="1829257" y="0"/>
                </a:cubicBezTo>
                <a:cubicBezTo>
                  <a:pt x="1989718" y="-11359"/>
                  <a:pt x="2389743" y="-32534"/>
                  <a:pt x="2540635" y="0"/>
                </a:cubicBezTo>
                <a:cubicBezTo>
                  <a:pt x="2537655" y="119028"/>
                  <a:pt x="2552210" y="384651"/>
                  <a:pt x="2540635" y="509270"/>
                </a:cubicBezTo>
                <a:cubicBezTo>
                  <a:pt x="2294702" y="491205"/>
                  <a:pt x="2035481" y="508144"/>
                  <a:pt x="1880070" y="509270"/>
                </a:cubicBezTo>
                <a:cubicBezTo>
                  <a:pt x="1724659" y="510396"/>
                  <a:pt x="1454991" y="524259"/>
                  <a:pt x="1219505" y="509270"/>
                </a:cubicBezTo>
                <a:cubicBezTo>
                  <a:pt x="984020" y="494281"/>
                  <a:pt x="380167" y="480857"/>
                  <a:pt x="0" y="509270"/>
                </a:cubicBezTo>
                <a:cubicBezTo>
                  <a:pt x="-19699" y="334824"/>
                  <a:pt x="-11023" y="117042"/>
                  <a:pt x="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28575">
            <a:solidFill>
              <a:prstClr val="black"/>
            </a:solidFill>
            <a:extLst>
              <a:ext uri="{C807C97D-BFC1-408E-A445-0C87EB9F89A2}">
                <ask:lineSketchStyleProps xmlns:ask="http://schemas.microsoft.com/office/drawing/2018/sketchyshapes" sd="55183288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Save Updated Data</a:t>
            </a:r>
            <a:endParaRPr lang="en-US" sz="105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Rectangle 68">
            <a:extLst>
              <a:ext uri="{FF2B5EF4-FFF2-40B4-BE49-F238E27FC236}">
                <a16:creationId xmlns:a16="http://schemas.microsoft.com/office/drawing/2014/main" id="{F632D543-9347-4620-B70B-1DDFF8F83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936" y="33036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1C35ACCC-BAF8-47C1-B74A-B582C1456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6472" y="3108566"/>
            <a:ext cx="1958975" cy="493712"/>
          </a:xfrm>
          <a:prstGeom prst="rect">
            <a:avLst/>
          </a:prstGeom>
          <a:solidFill>
            <a:srgbClr val="FFF2CC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Sabon Next LT" panose="02000500000000000000" pitchFamily="2" charset="0"/>
              </a:rPr>
              <a:t>Display Result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tangle 70">
            <a:extLst>
              <a:ext uri="{FF2B5EF4-FFF2-40B4-BE49-F238E27FC236}">
                <a16:creationId xmlns:a16="http://schemas.microsoft.com/office/drawing/2014/main" id="{DF1B5F75-4217-40A6-8333-E21537EFED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936" y="376082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7" name="Rectangle 72">
            <a:extLst>
              <a:ext uri="{FF2B5EF4-FFF2-40B4-BE49-F238E27FC236}">
                <a16:creationId xmlns:a16="http://schemas.microsoft.com/office/drawing/2014/main" id="{FEB943DD-1308-4D82-8DBD-5FBA6F785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0" name="Rectangle 74">
            <a:extLst>
              <a:ext uri="{FF2B5EF4-FFF2-40B4-BE49-F238E27FC236}">
                <a16:creationId xmlns:a16="http://schemas.microsoft.com/office/drawing/2014/main" id="{C8EAC2CE-F616-4A8B-BAD6-FD74B2A7C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6" name="Text Box 23">
            <a:extLst>
              <a:ext uri="{FF2B5EF4-FFF2-40B4-BE49-F238E27FC236}">
                <a16:creationId xmlns:a16="http://schemas.microsoft.com/office/drawing/2014/main" id="{65EEFECB-208A-4346-8F0E-29352C00CD59}"/>
              </a:ext>
            </a:extLst>
          </p:cNvPr>
          <p:cNvSpPr txBox="1"/>
          <p:nvPr/>
        </p:nvSpPr>
        <p:spPr>
          <a:xfrm>
            <a:off x="6908346" y="4059478"/>
            <a:ext cx="2435225" cy="487680"/>
          </a:xfrm>
          <a:custGeom>
            <a:avLst/>
            <a:gdLst>
              <a:gd name="csX0" fmla="*/ 0 w 2435225"/>
              <a:gd name="csY0" fmla="*/ 0 h 487680"/>
              <a:gd name="csX1" fmla="*/ 584454 w 2435225"/>
              <a:gd name="csY1" fmla="*/ 0 h 487680"/>
              <a:gd name="csX2" fmla="*/ 1217613 w 2435225"/>
              <a:gd name="csY2" fmla="*/ 0 h 487680"/>
              <a:gd name="csX3" fmla="*/ 1753362 w 2435225"/>
              <a:gd name="csY3" fmla="*/ 0 h 487680"/>
              <a:gd name="csX4" fmla="*/ 2435225 w 2435225"/>
              <a:gd name="csY4" fmla="*/ 0 h 487680"/>
              <a:gd name="csX5" fmla="*/ 2435225 w 2435225"/>
              <a:gd name="csY5" fmla="*/ 487680 h 487680"/>
              <a:gd name="csX6" fmla="*/ 1899476 w 2435225"/>
              <a:gd name="csY6" fmla="*/ 487680 h 487680"/>
              <a:gd name="csX7" fmla="*/ 1339374 w 2435225"/>
              <a:gd name="csY7" fmla="*/ 487680 h 487680"/>
              <a:gd name="csX8" fmla="*/ 681863 w 2435225"/>
              <a:gd name="csY8" fmla="*/ 487680 h 487680"/>
              <a:gd name="csX9" fmla="*/ 0 w 2435225"/>
              <a:gd name="csY9" fmla="*/ 487680 h 487680"/>
              <a:gd name="csX10" fmla="*/ 0 w 2435225"/>
              <a:gd name="csY10" fmla="*/ 0 h 487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35225" h="487680" fill="none" extrusionOk="0">
                <a:moveTo>
                  <a:pt x="0" y="0"/>
                </a:moveTo>
                <a:cubicBezTo>
                  <a:pt x="275750" y="-26549"/>
                  <a:pt x="385776" y="-10205"/>
                  <a:pt x="584454" y="0"/>
                </a:cubicBezTo>
                <a:cubicBezTo>
                  <a:pt x="783132" y="10205"/>
                  <a:pt x="1017929" y="-21228"/>
                  <a:pt x="1217613" y="0"/>
                </a:cubicBezTo>
                <a:cubicBezTo>
                  <a:pt x="1417297" y="21228"/>
                  <a:pt x="1553259" y="26368"/>
                  <a:pt x="1753362" y="0"/>
                </a:cubicBezTo>
                <a:cubicBezTo>
                  <a:pt x="1953465" y="-26368"/>
                  <a:pt x="2175082" y="15795"/>
                  <a:pt x="2435225" y="0"/>
                </a:cubicBezTo>
                <a:cubicBezTo>
                  <a:pt x="2449750" y="175606"/>
                  <a:pt x="2455534" y="330332"/>
                  <a:pt x="2435225" y="487680"/>
                </a:cubicBezTo>
                <a:cubicBezTo>
                  <a:pt x="2256970" y="486936"/>
                  <a:pt x="2118509" y="513563"/>
                  <a:pt x="1899476" y="487680"/>
                </a:cubicBezTo>
                <a:cubicBezTo>
                  <a:pt x="1680443" y="461797"/>
                  <a:pt x="1484651" y="493233"/>
                  <a:pt x="1339374" y="487680"/>
                </a:cubicBezTo>
                <a:cubicBezTo>
                  <a:pt x="1194097" y="482127"/>
                  <a:pt x="843530" y="475930"/>
                  <a:pt x="681863" y="487680"/>
                </a:cubicBezTo>
                <a:cubicBezTo>
                  <a:pt x="520196" y="499430"/>
                  <a:pt x="285627" y="485605"/>
                  <a:pt x="0" y="487680"/>
                </a:cubicBezTo>
                <a:cubicBezTo>
                  <a:pt x="-6489" y="381785"/>
                  <a:pt x="-17105" y="156450"/>
                  <a:pt x="0" y="0"/>
                </a:cubicBezTo>
                <a:close/>
              </a:path>
              <a:path w="2435225" h="487680" stroke="0" extrusionOk="0">
                <a:moveTo>
                  <a:pt x="0" y="0"/>
                </a:moveTo>
                <a:cubicBezTo>
                  <a:pt x="200289" y="17755"/>
                  <a:pt x="317383" y="-12235"/>
                  <a:pt x="608806" y="0"/>
                </a:cubicBezTo>
                <a:cubicBezTo>
                  <a:pt x="900229" y="12235"/>
                  <a:pt x="927682" y="-13158"/>
                  <a:pt x="1217613" y="0"/>
                </a:cubicBezTo>
                <a:cubicBezTo>
                  <a:pt x="1507544" y="13158"/>
                  <a:pt x="1702518" y="-12737"/>
                  <a:pt x="1826419" y="0"/>
                </a:cubicBezTo>
                <a:cubicBezTo>
                  <a:pt x="1950320" y="12737"/>
                  <a:pt x="2142474" y="-26391"/>
                  <a:pt x="2435225" y="0"/>
                </a:cubicBezTo>
                <a:cubicBezTo>
                  <a:pt x="2431539" y="221217"/>
                  <a:pt x="2415512" y="305306"/>
                  <a:pt x="2435225" y="487680"/>
                </a:cubicBezTo>
                <a:cubicBezTo>
                  <a:pt x="2229755" y="485483"/>
                  <a:pt x="1993732" y="517532"/>
                  <a:pt x="1777714" y="487680"/>
                </a:cubicBezTo>
                <a:cubicBezTo>
                  <a:pt x="1561696" y="457828"/>
                  <a:pt x="1351497" y="515108"/>
                  <a:pt x="1120204" y="487680"/>
                </a:cubicBezTo>
                <a:cubicBezTo>
                  <a:pt x="888911" y="460253"/>
                  <a:pt x="394158" y="493546"/>
                  <a:pt x="0" y="487680"/>
                </a:cubicBezTo>
                <a:cubicBezTo>
                  <a:pt x="-18968" y="331549"/>
                  <a:pt x="-12916" y="126049"/>
                  <a:pt x="0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28575">
            <a:solidFill>
              <a:prstClr val="black"/>
            </a:solidFill>
            <a:extLst>
              <a:ext uri="{C807C97D-BFC1-408E-A445-0C87EB9F89A2}">
                <ask:lineSketchStyleProps xmlns:ask="http://schemas.microsoft.com/office/drawing/2018/sketchyshapes" sd="368603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/ Exit</a:t>
            </a:r>
            <a:endParaRPr lang="en-US" sz="105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05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Box 23">
            <a:extLst>
              <a:ext uri="{FF2B5EF4-FFF2-40B4-BE49-F238E27FC236}">
                <a16:creationId xmlns:a16="http://schemas.microsoft.com/office/drawing/2014/main" id="{CB741CC2-6624-4FAE-BA8B-B529FDE09484}"/>
              </a:ext>
            </a:extLst>
          </p:cNvPr>
          <p:cNvSpPr txBox="1"/>
          <p:nvPr/>
        </p:nvSpPr>
        <p:spPr>
          <a:xfrm>
            <a:off x="6908346" y="5256966"/>
            <a:ext cx="2435225" cy="487680"/>
          </a:xfrm>
          <a:custGeom>
            <a:avLst/>
            <a:gdLst>
              <a:gd name="csX0" fmla="*/ 0 w 2435225"/>
              <a:gd name="csY0" fmla="*/ 0 h 487680"/>
              <a:gd name="csX1" fmla="*/ 584454 w 2435225"/>
              <a:gd name="csY1" fmla="*/ 0 h 487680"/>
              <a:gd name="csX2" fmla="*/ 1217613 w 2435225"/>
              <a:gd name="csY2" fmla="*/ 0 h 487680"/>
              <a:gd name="csX3" fmla="*/ 1753362 w 2435225"/>
              <a:gd name="csY3" fmla="*/ 0 h 487680"/>
              <a:gd name="csX4" fmla="*/ 2435225 w 2435225"/>
              <a:gd name="csY4" fmla="*/ 0 h 487680"/>
              <a:gd name="csX5" fmla="*/ 2435225 w 2435225"/>
              <a:gd name="csY5" fmla="*/ 487680 h 487680"/>
              <a:gd name="csX6" fmla="*/ 1899476 w 2435225"/>
              <a:gd name="csY6" fmla="*/ 487680 h 487680"/>
              <a:gd name="csX7" fmla="*/ 1339374 w 2435225"/>
              <a:gd name="csY7" fmla="*/ 487680 h 487680"/>
              <a:gd name="csX8" fmla="*/ 681863 w 2435225"/>
              <a:gd name="csY8" fmla="*/ 487680 h 487680"/>
              <a:gd name="csX9" fmla="*/ 0 w 2435225"/>
              <a:gd name="csY9" fmla="*/ 487680 h 487680"/>
              <a:gd name="csX10" fmla="*/ 0 w 2435225"/>
              <a:gd name="csY10" fmla="*/ 0 h 4876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35225" h="487680" fill="none" extrusionOk="0">
                <a:moveTo>
                  <a:pt x="0" y="0"/>
                </a:moveTo>
                <a:cubicBezTo>
                  <a:pt x="275750" y="-26549"/>
                  <a:pt x="385776" y="-10205"/>
                  <a:pt x="584454" y="0"/>
                </a:cubicBezTo>
                <a:cubicBezTo>
                  <a:pt x="783132" y="10205"/>
                  <a:pt x="1017929" y="-21228"/>
                  <a:pt x="1217613" y="0"/>
                </a:cubicBezTo>
                <a:cubicBezTo>
                  <a:pt x="1417297" y="21228"/>
                  <a:pt x="1553259" y="26368"/>
                  <a:pt x="1753362" y="0"/>
                </a:cubicBezTo>
                <a:cubicBezTo>
                  <a:pt x="1953465" y="-26368"/>
                  <a:pt x="2175082" y="15795"/>
                  <a:pt x="2435225" y="0"/>
                </a:cubicBezTo>
                <a:cubicBezTo>
                  <a:pt x="2449750" y="175606"/>
                  <a:pt x="2455534" y="330332"/>
                  <a:pt x="2435225" y="487680"/>
                </a:cubicBezTo>
                <a:cubicBezTo>
                  <a:pt x="2256970" y="486936"/>
                  <a:pt x="2118509" y="513563"/>
                  <a:pt x="1899476" y="487680"/>
                </a:cubicBezTo>
                <a:cubicBezTo>
                  <a:pt x="1680443" y="461797"/>
                  <a:pt x="1484651" y="493233"/>
                  <a:pt x="1339374" y="487680"/>
                </a:cubicBezTo>
                <a:cubicBezTo>
                  <a:pt x="1194097" y="482127"/>
                  <a:pt x="843530" y="475930"/>
                  <a:pt x="681863" y="487680"/>
                </a:cubicBezTo>
                <a:cubicBezTo>
                  <a:pt x="520196" y="499430"/>
                  <a:pt x="285627" y="485605"/>
                  <a:pt x="0" y="487680"/>
                </a:cubicBezTo>
                <a:cubicBezTo>
                  <a:pt x="-6489" y="381785"/>
                  <a:pt x="-17105" y="156450"/>
                  <a:pt x="0" y="0"/>
                </a:cubicBezTo>
                <a:close/>
              </a:path>
              <a:path w="2435225" h="487680" stroke="0" extrusionOk="0">
                <a:moveTo>
                  <a:pt x="0" y="0"/>
                </a:moveTo>
                <a:cubicBezTo>
                  <a:pt x="200289" y="17755"/>
                  <a:pt x="317383" y="-12235"/>
                  <a:pt x="608806" y="0"/>
                </a:cubicBezTo>
                <a:cubicBezTo>
                  <a:pt x="900229" y="12235"/>
                  <a:pt x="927682" y="-13158"/>
                  <a:pt x="1217613" y="0"/>
                </a:cubicBezTo>
                <a:cubicBezTo>
                  <a:pt x="1507544" y="13158"/>
                  <a:pt x="1702518" y="-12737"/>
                  <a:pt x="1826419" y="0"/>
                </a:cubicBezTo>
                <a:cubicBezTo>
                  <a:pt x="1950320" y="12737"/>
                  <a:pt x="2142474" y="-26391"/>
                  <a:pt x="2435225" y="0"/>
                </a:cubicBezTo>
                <a:cubicBezTo>
                  <a:pt x="2431539" y="221217"/>
                  <a:pt x="2415512" y="305306"/>
                  <a:pt x="2435225" y="487680"/>
                </a:cubicBezTo>
                <a:cubicBezTo>
                  <a:pt x="2229755" y="485483"/>
                  <a:pt x="1993732" y="517532"/>
                  <a:pt x="1777714" y="487680"/>
                </a:cubicBezTo>
                <a:cubicBezTo>
                  <a:pt x="1561696" y="457828"/>
                  <a:pt x="1351497" y="515108"/>
                  <a:pt x="1120204" y="487680"/>
                </a:cubicBezTo>
                <a:cubicBezTo>
                  <a:pt x="888911" y="460253"/>
                  <a:pt x="394158" y="493546"/>
                  <a:pt x="0" y="487680"/>
                </a:cubicBezTo>
                <a:cubicBezTo>
                  <a:pt x="-18968" y="331549"/>
                  <a:pt x="-12916" y="126049"/>
                  <a:pt x="0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28575">
            <a:solidFill>
              <a:prstClr val="black"/>
            </a:solidFill>
            <a:extLst>
              <a:ext uri="{C807C97D-BFC1-408E-A445-0C87EB9F89A2}">
                <ask:lineSketchStyleProps xmlns:ask="http://schemas.microsoft.com/office/drawing/2018/sketchyshapes" sd="36860371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1600">
                <a:ln w="9525" cap="flat" cmpd="sng" algn="ctr">
                  <a:solidFill>
                    <a:srgbClr val="000000"/>
                  </a:solidFill>
                  <a:prstDash val="solid"/>
                  <a:round/>
                </a:ln>
                <a:solidFill>
                  <a:srgbClr val="0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/ Exit</a:t>
            </a:r>
            <a:endParaRPr lang="en-US" sz="105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600">
                <a:ln>
                  <a:noFill/>
                </a:ln>
                <a:solidFill>
                  <a:srgbClr val="000000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05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862ABCA-B22A-4D3A-90C7-E0E8B3146255}"/>
              </a:ext>
            </a:extLst>
          </p:cNvPr>
          <p:cNvCxnSpPr/>
          <p:nvPr/>
        </p:nvCxnSpPr>
        <p:spPr>
          <a:xfrm>
            <a:off x="3657598" y="1964744"/>
            <a:ext cx="0" cy="45270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7439189-5FCA-4B04-9CCE-C1E926FB79B1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3657598" y="3202645"/>
            <a:ext cx="2" cy="5855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1F6CA39-F5F4-443A-8EE9-3ADFA805707C}"/>
              </a:ext>
            </a:extLst>
          </p:cNvPr>
          <p:cNvCxnSpPr>
            <a:cxnSpLocks/>
          </p:cNvCxnSpPr>
          <p:nvPr/>
        </p:nvCxnSpPr>
        <p:spPr>
          <a:xfrm>
            <a:off x="3657596" y="4433164"/>
            <a:ext cx="2" cy="5855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726B487-4451-48DD-8DDC-224653FF4311}"/>
              </a:ext>
            </a:extLst>
          </p:cNvPr>
          <p:cNvCxnSpPr>
            <a:cxnSpLocks/>
          </p:cNvCxnSpPr>
          <p:nvPr/>
        </p:nvCxnSpPr>
        <p:spPr>
          <a:xfrm>
            <a:off x="8057802" y="1478027"/>
            <a:ext cx="2" cy="58558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5A706CF0-B245-4BC3-9F2F-FE6E780FA446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8125958" y="2642079"/>
            <a:ext cx="2" cy="46648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9951B29-C561-4482-ACA8-74E1C266DB92}"/>
              </a:ext>
            </a:extLst>
          </p:cNvPr>
          <p:cNvCxnSpPr>
            <a:cxnSpLocks/>
            <a:stCxn id="65" idx="2"/>
          </p:cNvCxnSpPr>
          <p:nvPr/>
        </p:nvCxnSpPr>
        <p:spPr>
          <a:xfrm>
            <a:off x="8125960" y="3602278"/>
            <a:ext cx="11616" cy="44161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4B3AED8-0D74-4FC6-940E-3A7FCEF15D69}"/>
              </a:ext>
            </a:extLst>
          </p:cNvPr>
          <p:cNvCxnSpPr>
            <a:cxnSpLocks/>
          </p:cNvCxnSpPr>
          <p:nvPr/>
        </p:nvCxnSpPr>
        <p:spPr>
          <a:xfrm>
            <a:off x="8141465" y="4648217"/>
            <a:ext cx="0" cy="51166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1E3454CD-581B-4614-A6C1-95FAAC317CA1}"/>
              </a:ext>
            </a:extLst>
          </p:cNvPr>
          <p:cNvCxnSpPr/>
          <p:nvPr/>
        </p:nvCxnSpPr>
        <p:spPr>
          <a:xfrm flipV="1">
            <a:off x="4940559" y="1629295"/>
            <a:ext cx="1659746" cy="371053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800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DBD7BA-92BF-44CC-937B-C04BFFBD1E13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290"/>
          <a:stretch/>
        </p:blipFill>
        <p:spPr bwMode="auto">
          <a:xfrm>
            <a:off x="945803" y="835025"/>
            <a:ext cx="4399281" cy="22153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A1CC5B-70BB-4CBC-BF98-2583B53BE0F9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18"/>
          <a:stretch/>
        </p:blipFill>
        <p:spPr bwMode="auto">
          <a:xfrm>
            <a:off x="2234276" y="3653443"/>
            <a:ext cx="4531360" cy="25939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214B33-D6BE-4A46-9603-7F7E2ACF4B9B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455" y="1471766"/>
            <a:ext cx="4899401" cy="257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BDF9B2-92CE-4612-8E8E-715B6CED5705}"/>
              </a:ext>
            </a:extLst>
          </p:cNvPr>
          <p:cNvSpPr txBox="1"/>
          <p:nvPr/>
        </p:nvSpPr>
        <p:spPr>
          <a:xfrm>
            <a:off x="605905" y="152013"/>
            <a:ext cx="50790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 Screen:-</a:t>
            </a: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the welcome message when the program starts.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008554-F0F7-4A43-BA24-A3D085A8A7EB}"/>
              </a:ext>
            </a:extLst>
          </p:cNvPr>
          <p:cNvSpPr txBox="1"/>
          <p:nvPr/>
        </p:nvSpPr>
        <p:spPr>
          <a:xfrm>
            <a:off x="605905" y="3126536"/>
            <a:ext cx="58854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 Menu:- Shows the main options of the Vehicle Rental System.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13E05-F832-48EA-B58B-500FFC32EE54}"/>
              </a:ext>
            </a:extLst>
          </p:cNvPr>
          <p:cNvSpPr txBox="1"/>
          <p:nvPr/>
        </p:nvSpPr>
        <p:spPr>
          <a:xfrm>
            <a:off x="6650182" y="232756"/>
            <a:ext cx="50125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Vehicle Management Menu- Provides options to manage vehicle records. 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18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CE89B1-8C9E-45D0-BFC2-B40EA9BA1591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9" t="52278" r="279" b="6267"/>
          <a:stretch/>
        </p:blipFill>
        <p:spPr bwMode="auto">
          <a:xfrm>
            <a:off x="637712" y="1442086"/>
            <a:ext cx="4782186" cy="23741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3ECBEC0-F8CE-4130-8055-D14E33546E0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712" y="1130848"/>
            <a:ext cx="5943600" cy="42970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6DC1FC-98F1-4916-BB37-668C2E912DEF}"/>
              </a:ext>
            </a:extLst>
          </p:cNvPr>
          <p:cNvSpPr txBox="1"/>
          <p:nvPr/>
        </p:nvSpPr>
        <p:spPr>
          <a:xfrm>
            <a:off x="739833" y="448887"/>
            <a:ext cx="46800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Management Menu:- Provides options to manage customer information.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00605-069D-4F5B-B67D-110B70A0CA72}"/>
              </a:ext>
            </a:extLst>
          </p:cNvPr>
          <p:cNvSpPr txBox="1"/>
          <p:nvPr/>
        </p:nvSpPr>
        <p:spPr>
          <a:xfrm>
            <a:off x="6096000" y="299258"/>
            <a:ext cx="5217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Rent Vehicle :- Allows a customer to rent an available vehicle.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190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0D137B-1F30-4648-BC6E-E6492865377D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333"/>
          <a:stretch/>
        </p:blipFill>
        <p:spPr bwMode="auto">
          <a:xfrm>
            <a:off x="433272" y="1641244"/>
            <a:ext cx="5805805" cy="239458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8AE0DE-9A10-434E-94FD-BE9F2518BD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236" y="2772584"/>
            <a:ext cx="5577839" cy="37196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A748A8-0D49-4295-9D21-554F53BD245E}"/>
              </a:ext>
            </a:extLst>
          </p:cNvPr>
          <p:cNvSpPr txBox="1"/>
          <p:nvPr/>
        </p:nvSpPr>
        <p:spPr>
          <a:xfrm>
            <a:off x="433272" y="457200"/>
            <a:ext cx="5662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Vehicle:- Updates the vehicle status after it is returned.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C1CF9-A0E1-47A7-846F-4D477C712964}"/>
              </a:ext>
            </a:extLst>
          </p:cNvPr>
          <p:cNvSpPr txBox="1"/>
          <p:nvPr/>
        </p:nvSpPr>
        <p:spPr>
          <a:xfrm>
            <a:off x="6816435" y="1234749"/>
            <a:ext cx="4646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Sabon Next LT" panose="02000500000000000000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Rental History:- Displays all previous rental records.</a:t>
            </a:r>
            <a:endParaRPr lang="en-US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1319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5499BC-0E53-4E81-A68C-AD799C4841CB}"/>
              </a:ext>
            </a:extLst>
          </p:cNvPr>
          <p:cNvSpPr txBox="1"/>
          <p:nvPr/>
        </p:nvSpPr>
        <p:spPr>
          <a:xfrm>
            <a:off x="997527" y="581891"/>
            <a:ext cx="104075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Book Antiqua" panose="02040602050305030304" pitchFamily="18" charset="0"/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Easy to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Fast data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Permanent data storage.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User-friendly menu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Reduces manual 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Reliable and efficient.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820E5-1C12-461D-9E33-71853373BC13}"/>
              </a:ext>
            </a:extLst>
          </p:cNvPr>
          <p:cNvSpPr txBox="1"/>
          <p:nvPr/>
        </p:nvSpPr>
        <p:spPr>
          <a:xfrm>
            <a:off x="1113905" y="3965171"/>
            <a:ext cx="1029115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latin typeface="Book Antiqua" panose="02040602050305030304" pitchFamily="18" charset="0"/>
              </a:rPr>
              <a:t>Conclusion</a:t>
            </a: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 Antiqua" panose="02040602050305030304" pitchFamily="18" charset="0"/>
              </a:rPr>
              <a:t>The Vehicle Rental System successfully manages vehicle rental operations using Object-Oriented Programming concepts. It stores data permanently through file handling and provides an efficient and user-friendly console application.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7B71F623-4F37-48AB-A25A-B5504577C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9702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922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>
                <a:lumMod val="5000"/>
                <a:lumOff val="95000"/>
              </a:schemeClr>
            </a:gs>
            <a:gs pos="74000">
              <a:schemeClr val="accent6">
                <a:lumMod val="45000"/>
                <a:lumOff val="55000"/>
              </a:schemeClr>
            </a:gs>
            <a:gs pos="83000">
              <a:schemeClr val="accent6">
                <a:lumMod val="45000"/>
                <a:lumOff val="55000"/>
              </a:schemeClr>
            </a:gs>
            <a:gs pos="100000">
              <a:schemeClr val="accent6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 descr="Thank You Animated Emoji GIF - Thank You Animated Emoji - Discover &amp; Share  GIFs">
            <a:extLst>
              <a:ext uri="{FF2B5EF4-FFF2-40B4-BE49-F238E27FC236}">
                <a16:creationId xmlns:a16="http://schemas.microsoft.com/office/drawing/2014/main" id="{44E27AB1-883E-4E9B-A80B-7009C068D8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18262" cy="271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18" descr="Thank You GIFs – Animated Images to Share Gratitude - Funimada.com">
            <a:extLst>
              <a:ext uri="{FF2B5EF4-FFF2-40B4-BE49-F238E27FC236}">
                <a16:creationId xmlns:a16="http://schemas.microsoft.com/office/drawing/2014/main" id="{EB760801-ECAC-48FB-8E53-F8CB6DB519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97C57-8B3E-4B46-B4B9-B430F0511329}"/>
              </a:ext>
            </a:extLst>
          </p:cNvPr>
          <p:cNvSpPr txBox="1"/>
          <p:nvPr/>
        </p:nvSpPr>
        <p:spPr>
          <a:xfrm>
            <a:off x="1724025" y="2421032"/>
            <a:ext cx="9804026" cy="2015936"/>
          </a:xfrm>
          <a:prstGeom prst="rect">
            <a:avLst/>
          </a:prstGeom>
          <a:noFill/>
          <a:ln>
            <a:solidFill>
              <a:srgbClr val="DCECD1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sz="125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THANK</a:t>
            </a:r>
            <a:r>
              <a:rPr lang="en-US" sz="12500" spc="600" dirty="0"/>
              <a:t> </a:t>
            </a:r>
            <a:r>
              <a:rPr lang="en-US" sz="12500" b="1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YOU</a:t>
            </a:r>
            <a:endParaRPr lang="en-US" sz="12500" spc="600" dirty="0"/>
          </a:p>
        </p:txBody>
      </p:sp>
    </p:spTree>
    <p:extLst>
      <p:ext uri="{BB962C8B-B14F-4D97-AF65-F5344CB8AC3E}">
        <p14:creationId xmlns:p14="http://schemas.microsoft.com/office/powerpoint/2010/main" val="334689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743</Words>
  <Application>Microsoft Office PowerPoint</Application>
  <PresentationFormat>Widescreen</PresentationFormat>
  <Paragraphs>157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Book Antiqua</vt:lpstr>
      <vt:lpstr>Bookman Old Style</vt:lpstr>
      <vt:lpstr>Calibri</vt:lpstr>
      <vt:lpstr>Calibri Light</vt:lpstr>
      <vt:lpstr>Sabon Next LT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Tasnia Saima</dc:creator>
  <cp:lastModifiedBy>jakia sultana</cp:lastModifiedBy>
  <cp:revision>4</cp:revision>
  <dcterms:created xsi:type="dcterms:W3CDTF">2026-07-16T13:43:44Z</dcterms:created>
  <dcterms:modified xsi:type="dcterms:W3CDTF">2026-07-18T14:27:33Z</dcterms:modified>
</cp:coreProperties>
</file>